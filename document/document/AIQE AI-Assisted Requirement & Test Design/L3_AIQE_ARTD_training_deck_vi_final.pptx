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2.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39d6f6e85fd47a3" /><Relationship Type="http://schemas.openxmlformats.org/officeDocument/2006/relationships/extended-properties" Target="/docProps/app.xml" Id="R2bf9688306e7418d" /><Relationship Type="http://schemas.openxmlformats.org/officeDocument/2006/relationships/officeDocument" Target="/ppt/presentation.xml" Id="R677351b1000e4ab4"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2646535712c34f2a"/>
  </p:sldMasterIdLst>
  <p:notesMasterIdLst>
    <p:notesMasterId xmlns:r="http://schemas.openxmlformats.org/officeDocument/2006/relationships" r:id="R01a57d0f70c74d55"/>
  </p:notesMasterIdLst>
  <p:sldIdLst>
    <p:sldId xmlns:r="http://schemas.openxmlformats.org/officeDocument/2006/relationships" id="256" r:id="R8df68139a6a74f57"/>
    <p:sldId xmlns:r="http://schemas.openxmlformats.org/officeDocument/2006/relationships" id="257" r:id="R72ca0d742ed74450"/>
    <p:sldId xmlns:r="http://schemas.openxmlformats.org/officeDocument/2006/relationships" id="258" r:id="Rd76f6a2db4d645d4"/>
    <p:sldId xmlns:r="http://schemas.openxmlformats.org/officeDocument/2006/relationships" id="259" r:id="R26a8efc67b794b14"/>
    <p:sldId xmlns:r="http://schemas.openxmlformats.org/officeDocument/2006/relationships" id="260" r:id="R6b2f553c8be14141"/>
    <p:sldId xmlns:r="http://schemas.openxmlformats.org/officeDocument/2006/relationships" id="261" r:id="R4ab967c0c690473c"/>
    <p:sldId xmlns:r="http://schemas.openxmlformats.org/officeDocument/2006/relationships" id="262" r:id="R17d43785902e4286"/>
    <p:sldId xmlns:r="http://schemas.openxmlformats.org/officeDocument/2006/relationships" id="263" r:id="R43710a8ebd6741cc"/>
    <p:sldId xmlns:r="http://schemas.openxmlformats.org/officeDocument/2006/relationships" id="264" r:id="Re8fffc9110ab427a"/>
    <p:sldId xmlns:r="http://schemas.openxmlformats.org/officeDocument/2006/relationships" id="265" r:id="R64067f0d16034183"/>
    <p:sldId xmlns:r="http://schemas.openxmlformats.org/officeDocument/2006/relationships" id="266" r:id="R1e2c8b11cb564dae"/>
    <p:sldId xmlns:r="http://schemas.openxmlformats.org/officeDocument/2006/relationships" id="267" r:id="R9ffa20eb4ce34791"/>
    <p:sldId xmlns:r="http://schemas.openxmlformats.org/officeDocument/2006/relationships" id="268" r:id="R486397bc504c4b1b"/>
    <p:sldId xmlns:r="http://schemas.openxmlformats.org/officeDocument/2006/relationships" id="269" r:id="Rbb05efc5f755472c"/>
    <p:sldId xmlns:r="http://schemas.openxmlformats.org/officeDocument/2006/relationships" id="270" r:id="Rb28f409a99534353"/>
    <p:sldId xmlns:r="http://schemas.openxmlformats.org/officeDocument/2006/relationships" id="271" r:id="R5c224c2455d2421e"/>
    <p:sldId xmlns:r="http://schemas.openxmlformats.org/officeDocument/2006/relationships" id="272" r:id="R289042df14404e06"/>
    <p:sldId xmlns:r="http://schemas.openxmlformats.org/officeDocument/2006/relationships" id="273" r:id="R0ab71652265a4bf4"/>
    <p:sldId xmlns:r="http://schemas.openxmlformats.org/officeDocument/2006/relationships" id="274" r:id="R0e919a23e6954de6"/>
    <p:sldId xmlns:r="http://schemas.openxmlformats.org/officeDocument/2006/relationships" id="275" r:id="R5e96c1c69eaa4bef"/>
    <p:sldId xmlns:r="http://schemas.openxmlformats.org/officeDocument/2006/relationships" id="276" r:id="Rc92268c3ae9a4eb1"/>
    <p:sldId xmlns:r="http://schemas.openxmlformats.org/officeDocument/2006/relationships" id="277" r:id="R3a83e659729e42c9"/>
    <p:sldId xmlns:r="http://schemas.openxmlformats.org/officeDocument/2006/relationships" id="278" r:id="Rb631a9495bb24b73"/>
    <p:sldId xmlns:r="http://schemas.openxmlformats.org/officeDocument/2006/relationships" id="279" r:id="Rd9ac71ad618841a1"/>
  </p:sldIdLst>
  <p:sldSz cx="12192000" cy="6858000"/>
  <p:notesSz cx="6858000" cy="9144000"/>
  <p:embeddedFontLst>
    <p:embeddedFont>
      <p:font typeface="Inter"/>
      <p:regular xmlns:r="http://schemas.openxmlformats.org/officeDocument/2006/relationships" r:id="R69f171b88240479e"/>
      <p:bold xmlns:r="http://schemas.openxmlformats.org/officeDocument/2006/relationships" r:id="R8e8bc2e1a16b4e58"/>
    </p:embeddedFont>
    <p:embeddedFont>
      <p:font typeface="Inter Medium"/>
      <p:regular xmlns:r="http://schemas.openxmlformats.org/officeDocument/2006/relationships" r:id="Rcd2023f9294c452a"/>
    </p:embeddedFont>
    <p:embeddedFont>
      <p:font typeface="Inter SemiBold"/>
      <p:regular xmlns:r="http://schemas.openxmlformats.org/officeDocument/2006/relationships" r:id="R68819eaaaafb4cbf"/>
      <p:bold xmlns:r="http://schemas.openxmlformats.org/officeDocument/2006/relationships" r:id="R425fd9badab540c9"/>
    </p:embeddedFont>
    <p:embeddedFont>
      <p:font typeface="OpenAI Sans"/>
      <p:regular xmlns:r="http://schemas.openxmlformats.org/officeDocument/2006/relationships" r:id="Rca73fbe41e7b4e66"/>
      <p:bold xmlns:r="http://schemas.openxmlformats.org/officeDocument/2006/relationships" r:id="R6b527aed9d644091"/>
      <p:italic xmlns:r="http://schemas.openxmlformats.org/officeDocument/2006/relationships" r:id="Re0056ef975fa4dea"/>
      <p:boldItalic xmlns:r="http://schemas.openxmlformats.org/officeDocument/2006/relationships" r:id="R3dd279c78dfb4c43"/>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aaefe4c9093433f" /><Relationship Type="http://schemas.openxmlformats.org/officeDocument/2006/relationships/slideMaster" Target="/ppt/slideMasters/slideMaster1.xml" Id="R2646535712c34f2a" /><Relationship Type="http://schemas.openxmlformats.org/officeDocument/2006/relationships/notesMaster" Target="/ppt/notesMasters/notesMaster1.xml" Id="R01a57d0f70c74d55" /><Relationship Type="http://schemas.openxmlformats.org/officeDocument/2006/relationships/presProps" Target="/ppt/presProps.xml" Id="R81489812cec84d03" /><Relationship Type="http://schemas.openxmlformats.org/officeDocument/2006/relationships/viewProps" Target="/ppt/viewProps.xml" Id="R078646b8a9874d19" /><Relationship Type="http://schemas.openxmlformats.org/officeDocument/2006/relationships/tableStyles" Target="/ppt/tableStyles.xml" Id="R362c25f35e764470" /><Relationship Type="http://schemas.openxmlformats.org/officeDocument/2006/relationships/font" Target="/ppt/fonts/font.dat" Id="R69f171b88240479e" /><Relationship Type="http://schemas.openxmlformats.org/officeDocument/2006/relationships/font" Target="/ppt/fonts/font2.dat" Id="R8e8bc2e1a16b4e58" /><Relationship Type="http://schemas.openxmlformats.org/officeDocument/2006/relationships/font" Target="/ppt/fonts/font3.dat" Id="Rcd2023f9294c452a" /><Relationship Type="http://schemas.openxmlformats.org/officeDocument/2006/relationships/font" Target="/ppt/fonts/font4.dat" Id="R68819eaaaafb4cbf" /><Relationship Type="http://schemas.openxmlformats.org/officeDocument/2006/relationships/font" Target="/ppt/fonts/font5.dat" Id="R425fd9badab540c9" /><Relationship Type="http://schemas.openxmlformats.org/officeDocument/2006/relationships/font" Target="/ppt/fonts/font6.dat" Id="Rca73fbe41e7b4e66" /><Relationship Type="http://schemas.openxmlformats.org/officeDocument/2006/relationships/font" Target="/ppt/fonts/font7.dat" Id="R6b527aed9d644091" /><Relationship Type="http://schemas.openxmlformats.org/officeDocument/2006/relationships/font" Target="/ppt/fonts/font8.dat" Id="Re0056ef975fa4dea" /><Relationship Type="http://schemas.openxmlformats.org/officeDocument/2006/relationships/font" Target="/ppt/fonts/font9.dat" Id="R3dd279c78dfb4c43" /><Relationship Type="http://schemas.openxmlformats.org/officeDocument/2006/relationships/slide" Target="/ppt/slides/slide1.xml" Id="R8df68139a6a74f57" /><Relationship Type="http://schemas.openxmlformats.org/officeDocument/2006/relationships/slide" Target="/ppt/slides/slide2.xml" Id="R72ca0d742ed74450" /><Relationship Type="http://schemas.openxmlformats.org/officeDocument/2006/relationships/slide" Target="/ppt/slides/slide3.xml" Id="Rd76f6a2db4d645d4" /><Relationship Type="http://schemas.openxmlformats.org/officeDocument/2006/relationships/slide" Target="/ppt/slides/slide4.xml" Id="R26a8efc67b794b14" /><Relationship Type="http://schemas.openxmlformats.org/officeDocument/2006/relationships/slide" Target="/ppt/slides/slide5.xml" Id="R6b2f553c8be14141" /><Relationship Type="http://schemas.openxmlformats.org/officeDocument/2006/relationships/slide" Target="/ppt/slides/slide6.xml" Id="R4ab967c0c690473c" /><Relationship Type="http://schemas.openxmlformats.org/officeDocument/2006/relationships/slide" Target="/ppt/slides/slide7.xml" Id="R17d43785902e4286" /><Relationship Type="http://schemas.openxmlformats.org/officeDocument/2006/relationships/slide" Target="/ppt/slides/slide8.xml" Id="R43710a8ebd6741cc" /><Relationship Type="http://schemas.openxmlformats.org/officeDocument/2006/relationships/slide" Target="/ppt/slides/slide9.xml" Id="Re8fffc9110ab427a" /><Relationship Type="http://schemas.openxmlformats.org/officeDocument/2006/relationships/slide" Target="/ppt/slides/slide10.xml" Id="R64067f0d16034183" /><Relationship Type="http://schemas.openxmlformats.org/officeDocument/2006/relationships/slide" Target="/ppt/slides/slide11.xml" Id="R1e2c8b11cb564dae" /><Relationship Type="http://schemas.openxmlformats.org/officeDocument/2006/relationships/slide" Target="/ppt/slides/slide12.xml" Id="R9ffa20eb4ce34791" /><Relationship Type="http://schemas.openxmlformats.org/officeDocument/2006/relationships/slide" Target="/ppt/slides/slide13.xml" Id="R486397bc504c4b1b" /><Relationship Type="http://schemas.openxmlformats.org/officeDocument/2006/relationships/slide" Target="/ppt/slides/slide14.xml" Id="Rbb05efc5f755472c" /><Relationship Type="http://schemas.openxmlformats.org/officeDocument/2006/relationships/slide" Target="/ppt/slides/slide15.xml" Id="Rb28f409a99534353" /><Relationship Type="http://schemas.openxmlformats.org/officeDocument/2006/relationships/slide" Target="/ppt/slides/slide16.xml" Id="R5c224c2455d2421e" /><Relationship Type="http://schemas.openxmlformats.org/officeDocument/2006/relationships/slide" Target="/ppt/slides/slide17.xml" Id="R289042df14404e06" /><Relationship Type="http://schemas.openxmlformats.org/officeDocument/2006/relationships/slide" Target="/ppt/slides/slide18.xml" Id="R0ab71652265a4bf4" /><Relationship Type="http://schemas.openxmlformats.org/officeDocument/2006/relationships/slide" Target="/ppt/slides/slide19.xml" Id="R0e919a23e6954de6" /><Relationship Type="http://schemas.openxmlformats.org/officeDocument/2006/relationships/slide" Target="/ppt/slides/slide20.xml" Id="R5e96c1c69eaa4bef" /><Relationship Type="http://schemas.openxmlformats.org/officeDocument/2006/relationships/slide" Target="/ppt/slides/slide21.xml" Id="Rc92268c3ae9a4eb1" /><Relationship Type="http://schemas.openxmlformats.org/officeDocument/2006/relationships/slide" Target="/ppt/slides/slide22.xml" Id="R3a83e659729e42c9" /><Relationship Type="http://schemas.openxmlformats.org/officeDocument/2006/relationships/slide" Target="/ppt/slides/slide23.xml" Id="Rb631a9495bb24b73" /><Relationship Type="http://schemas.openxmlformats.org/officeDocument/2006/relationships/slide" Target="/ppt/slides/slide24.xml" Id="Rd9ac71ad618841a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e43bcda4dc4428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lor Block Theme">
      <a:dk1>
        <a:srgbClr val="000000"/>
      </a:dk1>
      <a:lt1>
        <a:srgbClr val="FFFFFF"/>
      </a:lt1>
      <a:dk2>
        <a:srgbClr val="393939"/>
      </a:dk2>
      <a:lt2>
        <a:srgbClr val="F5F5F5"/>
      </a:lt2>
      <a:accent1>
        <a:srgbClr val="2ED978"/>
      </a:accent1>
      <a:accent2>
        <a:srgbClr val="9FB6FE"/>
      </a:accent2>
      <a:accent3>
        <a:srgbClr val="F3F161"/>
      </a:accent3>
      <a:accent4>
        <a:srgbClr val="FF5F27"/>
      </a:accent4>
      <a:accent5>
        <a:srgbClr val="5EC4FF"/>
      </a:accent5>
      <a:accent6>
        <a:srgbClr val="3C7DA3"/>
      </a:accent6>
      <a:hlink>
        <a:srgbClr val="FFA83A"/>
      </a:hlink>
      <a:folHlink>
        <a:srgbClr val="96607D"/>
      </a:folHlink>
    </a:clrScheme>
    <a:fontScheme name="Inter">
      <a:majorFont>
        <a:latin typeface="Inter"/>
        <a:ea typeface=""/>
        <a:cs typeface=""/>
      </a:majorFont>
      <a:minorFont>
        <a:latin typeface="Inter"/>
        <a:ea typeface=""/>
        <a:cs typeface=""/>
      </a:minorFont>
    </a:fontScheme>
    <a:fmtScheme name="Color Block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7213bfdc7744e1a" /><Relationship Type="http://schemas.openxmlformats.org/officeDocument/2006/relationships/notesMaster" Target="/ppt/notesMasters/notesMaster1.xml" Id="R9ed85f54ca684c7a"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d33e00b0c142b5" /><Relationship Type="http://schemas.openxmlformats.org/officeDocument/2006/relationships/notesMaster" Target="/ppt/notesMasters/notesMaster1.xml" Id="R7d5a3c1179b44d4e" /></Relationships>
</file>

<file path=ppt/notesSlides/_rels/notesSlide3.xml.rels>&#65279;<?xml version="1.0" encoding="utf-8"?><Relationships xmlns="http://schemas.openxmlformats.org/package/2006/relationships"><Relationship Type="http://schemas.openxmlformats.org/officeDocument/2006/relationships/slide" Target="/ppt/slides/slide3.xml" Id="Rb40a178c62ef46ba" /><Relationship Type="http://schemas.openxmlformats.org/officeDocument/2006/relationships/notesMaster" Target="/ppt/notesMasters/notesMaster1.xml" Id="R60c22df097484aef" /></Relationships>
</file>

<file path=ppt/notesSlides/_rels/notesSlide4.xml.rels>&#65279;<?xml version="1.0" encoding="utf-8"?><Relationships xmlns="http://schemas.openxmlformats.org/package/2006/relationships"><Relationship Type="http://schemas.openxmlformats.org/officeDocument/2006/relationships/slide" Target="/ppt/slides/slide4.xml" Id="Rff271114c77441ef" /><Relationship Type="http://schemas.openxmlformats.org/officeDocument/2006/relationships/notesMaster" Target="/ppt/notesMasters/notesMaster1.xml" Id="Rf7db3f411bab4eb6" /></Relationships>
</file>

<file path=ppt/notesSlides/_rels/notesSlide5.xml.rels>&#65279;<?xml version="1.0" encoding="utf-8"?><Relationships xmlns="http://schemas.openxmlformats.org/package/2006/relationships"><Relationship Type="http://schemas.openxmlformats.org/officeDocument/2006/relationships/slide" Target="/ppt/slides/slide5.xml" Id="R9384bf469fc04669" /><Relationship Type="http://schemas.openxmlformats.org/officeDocument/2006/relationships/notesMaster" Target="/ppt/notesMasters/notesMaster1.xml" Id="R85aa016b8a104319" /></Relationships>
</file>

<file path=ppt/notesSlides/_rels/notesSlide6.xml.rels>&#65279;<?xml version="1.0" encoding="utf-8"?><Relationships xmlns="http://schemas.openxmlformats.org/package/2006/relationships"><Relationship Type="http://schemas.openxmlformats.org/officeDocument/2006/relationships/slide" Target="/ppt/slides/slide6.xml" Id="Rbdb515e8ce9144a1" /><Relationship Type="http://schemas.openxmlformats.org/officeDocument/2006/relationships/notesMaster" Target="/ppt/notesMasters/notesMaster1.xml" Id="R6eaa8f747f7f421c" /></Relationships>
</file>

<file path=ppt/notesSlides/_rels/notesSlide7.xml.rels>&#65279;<?xml version="1.0" encoding="utf-8"?><Relationships xmlns="http://schemas.openxmlformats.org/package/2006/relationships"><Relationship Type="http://schemas.openxmlformats.org/officeDocument/2006/relationships/slide" Target="/ppt/slides/slide7.xml" Id="Rc1c820737ffa443a" /><Relationship Type="http://schemas.openxmlformats.org/officeDocument/2006/relationships/notesMaster" Target="/ppt/notesMasters/notesMaster1.xml" Id="R2b956083ff934a1d" /></Relationships>
</file>

<file path=ppt/notesSlides/_rels/notesSlide8.xml.rels>&#65279;<?xml version="1.0" encoding="utf-8"?><Relationships xmlns="http://schemas.openxmlformats.org/package/2006/relationships"><Relationship Type="http://schemas.openxmlformats.org/officeDocument/2006/relationships/slide" Target="/ppt/slides/slide8.xml" Id="R6bfa1e8ca7a84ced" /><Relationship Type="http://schemas.openxmlformats.org/officeDocument/2006/relationships/notesMaster" Target="/ppt/notesMasters/notesMaster1.xml" Id="R5a107ff162f443fb" /></Relationships>
</file>

<file path=ppt/notesSlides/_rels/notesSlide9.xml.rels>&#65279;<?xml version="1.0" encoding="utf-8"?><Relationships xmlns="http://schemas.openxmlformats.org/package/2006/relationships"><Relationship Type="http://schemas.openxmlformats.org/officeDocument/2006/relationships/slide" Target="/ppt/slides/slide9.xml" Id="R13f94572f9c24524" /><Relationship Type="http://schemas.openxmlformats.org/officeDocument/2006/relationships/notesMaster" Target="/ppt/notesMasters/notesMaster1.xml" Id="R848628613f2a45f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ccde83cd4034746" /><Relationship Type="http://schemas.openxmlformats.org/officeDocument/2006/relationships/notesMaster" Target="/ppt/notesMasters/notesMaster1.xml" Id="Ra9d1d45e0582467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27bc5711d00458d" /><Relationship Type="http://schemas.openxmlformats.org/officeDocument/2006/relationships/notesMaster" Target="/ppt/notesMasters/notesMaster1.xml" Id="R1515fec7f821441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8f43add4a6644e1" /><Relationship Type="http://schemas.openxmlformats.org/officeDocument/2006/relationships/notesMaster" Target="/ppt/notesMasters/notesMaster1.xml" Id="R01285250e86e4b6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0737d985bba498d" /><Relationship Type="http://schemas.openxmlformats.org/officeDocument/2006/relationships/notesMaster" Target="/ppt/notesMasters/notesMaster1.xml" Id="Rd830b076d27f4e6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9802cc4ceeb4d44" /><Relationship Type="http://schemas.openxmlformats.org/officeDocument/2006/relationships/notesMaster" Target="/ppt/notesMasters/notesMaster1.xml" Id="R91da1664833940f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c759543bc2e44c7" /><Relationship Type="http://schemas.openxmlformats.org/officeDocument/2006/relationships/notesMaster" Target="/ppt/notesMasters/notesMaster1.xml" Id="Ra679b2472c93492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8f9c6d240234895" /><Relationship Type="http://schemas.openxmlformats.org/officeDocument/2006/relationships/notesMaster" Target="/ppt/notesMasters/notesMaster1.xml" Id="R159738b7987f4e7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4efd8fee2754abf" /><Relationship Type="http://schemas.openxmlformats.org/officeDocument/2006/relationships/notesMaster" Target="/ppt/notesMasters/notesMaster1.xml" Id="Rde20c5be5627450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526da55bc934bdc" /><Relationship Type="http://schemas.openxmlformats.org/officeDocument/2006/relationships/notesMaster" Target="/ppt/notesMasters/notesMaster1.xml" Id="Rab86e9d5bd6c4c8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6385ad98de04595" /><Relationship Type="http://schemas.openxmlformats.org/officeDocument/2006/relationships/notesMaster" Target="/ppt/notesMasters/notesMaster1.xml" Id="Rf1f4362a60bb4a1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415bcc3b49d43c5" /><Relationship Type="http://schemas.openxmlformats.org/officeDocument/2006/relationships/notesMaster" Target="/ppt/notesMasters/notesMaster1.xml" Id="R4ac7d2d259c6480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c8b1dbecd2f493d" /><Relationship Type="http://schemas.openxmlformats.org/officeDocument/2006/relationships/notesMaster" Target="/ppt/notesMasters/notesMaster1.xml" Id="R569362203d754a2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ead14568a0d4027" /><Relationship Type="http://schemas.openxmlformats.org/officeDocument/2006/relationships/notesMaster" Target="/ppt/notesMasters/notesMaster1.xml" Id="R085386a6a3004de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4f9f7d31d4b4d54" /><Relationship Type="http://schemas.openxmlformats.org/officeDocument/2006/relationships/notesMaster" Target="/ppt/notesMasters/notesMaster1.xml" Id="Rd8e9454d2cd94f3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b1822a11b6849d8" /><Relationship Type="http://schemas.openxmlformats.org/officeDocument/2006/relationships/notesMaster" Target="/ppt/notesMasters/notesMaster1.xml" Id="R62f0496927ca4c5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Giới thiệu đây là chương trình về thiết kế kiểm thử. AI hỗ trợ phân tích và soạn thảo, còn nhóm vẫn chịu trách nhiệm về bằng chứng và quyết định.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rằng mỗi học phần kéo dài tám giờ. Mỗi học phần tạo ra một sản phẩm đã được đánh giá để đưa vào bài tổng kết.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Xây dựng khóa học quanh hai vai trò bổ trợ cho nhau. Học viên không được xem đầu ra của mô hình là bằng chứng kiểm thử hoặc quyết định sản phẩm đã được phê duyệt.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Dùng trang này để thống nhất kỳ vọng. Tốc độ chỉ có ý nghĩa khi sản phẩm tạo ra vẫn chính xác, có thể truy vết và có thể đánh giá.</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Duy trì một tình huống nghiên cứu xuyên suốt khóa học. Tính liên tục giúp việc truy vết, phân tích tác động thay đổi và bài tổng kết sát thực tế hơn.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Trình bày vòng lặp này ở đầu khóa học. Áp dụng lại cho đánh giá yêu cầu, truy vết, kịch bản, ca kiểm thử, định hướng khám phá và dữ liệu.</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Yêu cầu học viên phản biện mọi quy trình tải dữ liệu nhạy cảm lên hoặc biến đề xuất của mô hình thành yêu cầu được phê duyệt mà không qua đánh giá.</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Dùng ví dụ thử lại để minh họa kiểu ảo giác thường gặp. Một hành vi nghe hợp lý vẫn có thể sai với sản phẩm.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Làm rõ rằng liên kết 100 phần trăm không chứng minh mức bao phủ đã đủ. Mỗi học phần bổ sung một loại bằng chứng khác nhau.</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Giữ phần giảng lý thuyết ngắn. Khóa học dành phần lớn thời gian cho thực hành và đánh giá vì năng lực phán đoán tiến bộ qua so sánh và phản hồi.</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Giới thiệu tính cụ thể, khả năng quan sát, khả năng kiểm soát, khả năng đo lường, tính nhất quán, tính khả thi và khả năng truy vết làm tiêu chí đánh giá.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Biểu đồ dùng dữ liệu thực hành minh họa. Sản phẩm bàn giao là báo cáo chất lượng yêu cầu gồm bằng chứng, câu hỏi, câu chữ đề xuất, giả định và các đề xuất AI bị loại.</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Giải thích vì sao số lượng ca kiểm thử là thước đo bao phủ yếu. Phân tích phải bao gồm vai trò, trạng thái, tổ hợp, giao diện, lỗi và thuộc tính chất lượng.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Sản phẩm bàn giao gồm ma trận truy vết đã được đánh giá, bản đồ nhiệt khoảng trống, danh sách tài sản đơn lẻ và trùng lặp, cùng báo cáo tác động thay đổi.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có thể mở rộng tập kịch bản ban đầu, nhưng người kiểm thử phải nêu rõ nguồn và kỹ thuật thiết kế kiểm thử đứng sau mỗi nhóm kịch bản.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giá trị chỉ mang tính minh họa. Mục tiêu học tập là lập luận minh bạch, không tạo cảm giác chính xác toán học giả tạo. Học viên cũng ghi lại rủi ro còn lại của các kịch bản được hoãn.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Sản phẩm bàn giao là danh mục kịch bản có tham chiếu nguồn, kỹ thuật, điểm rủi ro, tập con được chọn để thực thi và rủi ro còn lại được ghi nhận.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Nhấn mạnh tiêu chí xác nhận. Một ca kiểm thử chi tiết không đạt đánh giá chất lượng nếu người kiểm thử khác không thể quan sát và xác minh kết quả mong đợi.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Sản phẩm bàn giao là bộ ca kiểm thử chi tiết đã được đánh giá, gồm truy vết, dữ liệu, dọn dẹp, phát hiện, đề xuất tự động hóa và nhật ký thay đổi của 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Bản định hướng xác lập hướng đi mà không quy định mọi hành động. Trong phiên, người kiểm thử tìm hiểu, thích nghi, ghi nhận bằng chứng và đề xuất công việc tiếp nối.</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Dùng ma trận để chọn các định hướng có trọng tâm, không phải để tuyên bố đã bao phủ đầy đủ. Sản phẩm bàn giao gồm định hướng đã ưu tiên, danh sách kiểm tra ngắn gọn, ghi chú phiên, bằng chứng, câu hỏi và phần tổng kết.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Mỗi hàng cần có mục đích. Bản ghi dự kiến hợp lệ phải thỏa mọi ràng buộc. Khi có thể, bản ghi dự kiến không hợp lệ chỉ nên vi phạm đúng quy tắc cần kiểm tra.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Sản phẩm bàn giao là bộ dữ liệu có quản lý phiên bản, gồm lược đồ, ràng buộc, bản ghi biên và không hợp lệ, quyết định che dữ liệu, bằng chứng kiểm chứng, giá trị khởi tạo, thiết lập và dọn dẹp.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Học viên bảo vệ phần phân tích yêu cầu, truy vết, lựa chọn rủi ro, ca kiểm thử chi tiết, tài sản kiểm thử khám phá và dữ liệu an toàn về quyền riêng tư. Lỗi nghiêm trọng về tính chính xác hoặc quyền riêng tư sẽ khiến bài không đạt.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9eca9b3591c4d0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f79154a657b4ea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ad3b87eb253427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34a75184dbe4f0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dcba69c0b0b452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04890e3dc00429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8ea51f881af44e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b239ba67474a45f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5fb2685bf3494f7f" /><Relationship Type="http://schemas.openxmlformats.org/officeDocument/2006/relationships/image" Target="/ppt/media/image.png" Id="Rfdc541d8d66a4ab6"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2f0b8f9fe9648ab" /><Relationship Type="http://schemas.openxmlformats.org/officeDocument/2006/relationships/image" Target="/ppt/media/image2.png" Id="R528d9299ac2349bf"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b="1" i="0">
                <a:solidFill>
                  <a:schemeClr val="accent1"/>
                </a:solidFill>
                <a:latin typeface="Inter SemiBold"/>
                <a:ea typeface="Inter SemiBold"/>
                <a:cs typeface="Inter SemiBold"/>
              </a:defRPr>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952"/>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Layouts/slideLayout9.xml><?xml version="1.0" encoding="utf-8"?>
<p:sldLayout xmlns:p="http://schemas.openxmlformats.org/presentationml/2006/main" preserve="1" userDrawn="1">
  <p:cSld name="36 Field Grid">
    <p:bg>
      <p:bgPr>
        <a:blipFill xmlns:a="http://schemas.openxmlformats.org/drawingml/2006/main" rotWithShape="1">
          <a:blip xmlns:r="http://schemas.openxmlformats.org/officeDocument/2006/relationships" r:embed="Rfdc541d8d66a4ab6">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10.xml><?xml version="1.0" encoding="utf-8"?>
<p:sldLayout xmlns:p="http://schemas.openxmlformats.org/presentationml/2006/main" preserve="1" userDrawn="1">
  <p:cSld name="48 Field Grid">
    <p:bg>
      <p:bgPr>
        <a:blipFill xmlns:a="http://schemas.openxmlformats.org/drawingml/2006/main" rotWithShape="1">
          <a:blip xmlns:r="http://schemas.openxmlformats.org/officeDocument/2006/relationships" r:embed="R528d9299ac2349bf">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6e7d9f350c14eab" /><Relationship Type="http://schemas.openxmlformats.org/officeDocument/2006/relationships/slideLayout" Target="/ppt/slideLayouts/slideLayout1.xml" Id="R9a86d848b11e480d" /><Relationship Type="http://schemas.openxmlformats.org/officeDocument/2006/relationships/slideLayout" Target="/ppt/slideLayouts/slideLayout2.xml" Id="Rc6ceb936a3df46ec" /><Relationship Type="http://schemas.openxmlformats.org/officeDocument/2006/relationships/slideLayout" Target="/ppt/slideLayouts/slideLayout3.xml" Id="R0802bc9e846f46a9" /><Relationship Type="http://schemas.openxmlformats.org/officeDocument/2006/relationships/slideLayout" Target="/ppt/slideLayouts/slideLayout4.xml" Id="Rd3f1eddfc8404d67" /><Relationship Type="http://schemas.openxmlformats.org/officeDocument/2006/relationships/slideLayout" Target="/ppt/slideLayouts/slideLayout5.xml" Id="Rb1339cd36d03472f" /><Relationship Type="http://schemas.openxmlformats.org/officeDocument/2006/relationships/slideLayout" Target="/ppt/slideLayouts/slideLayout6.xml" Id="R6e2ce6f668c14d68" /><Relationship Type="http://schemas.openxmlformats.org/officeDocument/2006/relationships/slideLayout" Target="/ppt/slideLayouts/slideLayout7.xml" Id="Raa07a4bc3b4e4c6f" /><Relationship Type="http://schemas.openxmlformats.org/officeDocument/2006/relationships/slideLayout" Target="/ppt/slideLayouts/slideLayout8.xml" Id="Raf3da149fc6649c3" /><Relationship Type="http://schemas.openxmlformats.org/officeDocument/2006/relationships/slideLayout" Target="/ppt/slideLayouts/slideLayout9.xml" Id="R09a643ca0766416c" /><Relationship Type="http://schemas.openxmlformats.org/officeDocument/2006/relationships/slideLayout" Target="/ppt/slideLayouts/slideLayout10.xml" Id="Rf4b5b7d9d77a407a"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a86d848b11e480d"/>
    <p:sldLayoutId xmlns:r="http://schemas.openxmlformats.org/officeDocument/2006/relationships" id="2147483650" r:id="Rc6ceb936a3df46ec"/>
    <p:sldLayoutId xmlns:r="http://schemas.openxmlformats.org/officeDocument/2006/relationships" id="2147483651" r:id="R0802bc9e846f46a9"/>
    <p:sldLayoutId xmlns:r="http://schemas.openxmlformats.org/officeDocument/2006/relationships" id="2147483652" r:id="Rd3f1eddfc8404d67"/>
    <p:sldLayoutId xmlns:r="http://schemas.openxmlformats.org/officeDocument/2006/relationships" id="2147483653" r:id="Rb1339cd36d03472f"/>
    <p:sldLayoutId xmlns:r="http://schemas.openxmlformats.org/officeDocument/2006/relationships" id="2147483654" r:id="R6e2ce6f668c14d68"/>
    <p:sldLayoutId xmlns:r="http://schemas.openxmlformats.org/officeDocument/2006/relationships" id="2147483655" r:id="Raa07a4bc3b4e4c6f"/>
    <p:sldLayoutId xmlns:r="http://schemas.openxmlformats.org/officeDocument/2006/relationships" id="2147483656" r:id="Raf3da149fc6649c3"/>
    <p:sldLayoutId xmlns:r="http://schemas.openxmlformats.org/officeDocument/2006/relationships" id="2147483657" r:id="R09a643ca0766416c"/>
    <p:sldLayoutId xmlns:r="http://schemas.openxmlformats.org/officeDocument/2006/relationships" id="2147483658" r:id="Rf4b5b7d9d77a407a"/>
  </p:sldLayoutIdLst>
  <p:hf hdr="0" dt="0"/>
  <p:txStyles>
    <p:titleStyle>
      <a:lvl1pPr xmlns:a="http://schemas.openxmlformats.org/drawingml/2006/main" algn="l" defTabSz="914400">
        <a:lnSpc>
          <a:spcPct val="90000"/>
        </a:lnSpc>
        <a:spcBef>
          <a:spcPct val="0"/>
        </a:spcBef>
        <a:buNone/>
        <a:defRPr sz="2900" b="0" i="0" kern="1200">
          <a:solidFill>
            <a:schemeClr val="tx1"/>
          </a:solidFill>
          <a:latin typeface="Inter Medium"/>
          <a:ea typeface="Inter Medium"/>
          <a:cs typeface="Inter Medium"/>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lor Block Theme">
      <a:dk1>
        <a:srgbClr val="000000"/>
      </a:dk1>
      <a:lt1>
        <a:srgbClr val="FFFFFF"/>
      </a:lt1>
      <a:dk2>
        <a:srgbClr val="393939"/>
      </a:dk2>
      <a:lt2>
        <a:srgbClr val="F5F5F5"/>
      </a:lt2>
      <a:accent1>
        <a:srgbClr val="2ED978"/>
      </a:accent1>
      <a:accent2>
        <a:srgbClr val="9FB6FE"/>
      </a:accent2>
      <a:accent3>
        <a:srgbClr val="F3F161"/>
      </a:accent3>
      <a:accent4>
        <a:srgbClr val="FF5F27"/>
      </a:accent4>
      <a:accent5>
        <a:srgbClr val="5EC4FF"/>
      </a:accent5>
      <a:accent6>
        <a:srgbClr val="3C7DA3"/>
      </a:accent6>
      <a:hlink>
        <a:srgbClr val="FFA83A"/>
      </a:hlink>
      <a:folHlink>
        <a:srgbClr val="96607D"/>
      </a:folHlink>
    </a:clrScheme>
    <a:fontScheme name="Inter">
      <a:majorFont>
        <a:latin typeface="Inter"/>
        <a:ea typeface=""/>
        <a:cs typeface=""/>
      </a:majorFont>
      <a:minorFont>
        <a:latin typeface="Inter"/>
        <a:ea typeface=""/>
        <a:cs typeface=""/>
      </a:minorFont>
    </a:fontScheme>
    <a:fmtScheme name="Color Block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8c0d609f8c84544" /><Relationship Type="http://schemas.openxmlformats.org/officeDocument/2006/relationships/image" Target="/ppt/media/image3.png" Id="R896c57e428c646e7" /><Relationship Type="http://schemas.openxmlformats.org/officeDocument/2006/relationships/notesSlide" Target="/ppt/notesSlides/notesSlide1.xml" Id="R1f119f4c41ba424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31571c03882423b" /><Relationship Type="http://schemas.openxmlformats.org/officeDocument/2006/relationships/notesSlide" Target="/ppt/notesSlides/notesSlide2.xml" Id="Rce6587f14b61418e"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67579f1d1d5d4822" /><Relationship Type="http://schemas.openxmlformats.org/officeDocument/2006/relationships/image" Target="/ppt/media/image3.png" Id="R3b7da9bf39b840da" /><Relationship Type="http://schemas.openxmlformats.org/officeDocument/2006/relationships/image" Target="/ppt/media/image4.png" Id="Rf102c816471f4181" /><Relationship Type="http://schemas.openxmlformats.org/officeDocument/2006/relationships/image" Target="/ppt/media/image5.png" Id="R395fd35145814ecb" /><Relationship Type="http://schemas.openxmlformats.org/officeDocument/2006/relationships/image" Target="/ppt/media/image6.png" Id="Ra630816e2a0145f7" /><Relationship Type="http://schemas.openxmlformats.org/officeDocument/2006/relationships/notesSlide" Target="/ppt/notesSlides/notesSlide3.xml" Id="R857d9f68eb644dc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4e748cc623c4869" /><Relationship Type="http://schemas.openxmlformats.org/officeDocument/2006/relationships/notesSlide" Target="/ppt/notesSlides/notesSlide4.xml" Id="R6b297e3cdbff45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6e0de59497b04001" /><Relationship Type="http://schemas.openxmlformats.org/officeDocument/2006/relationships/image" Target="/ppt/media/image4.png" Id="R07eca6dd929341a7" /><Relationship Type="http://schemas.openxmlformats.org/officeDocument/2006/relationships/image" Target="/ppt/media/image7.png" Id="Rd1bd2096093d43d6" /><Relationship Type="http://schemas.openxmlformats.org/officeDocument/2006/relationships/notesSlide" Target="/ppt/notesSlides/notesSlide5.xml" Id="Rdeec04841ade4039"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3f7d2f57524d4e5b" /><Relationship Type="http://schemas.openxmlformats.org/officeDocument/2006/relationships/image" Target="/ppt/media/image4.png" Id="Rac190195a88f4e4f" /><Relationship Type="http://schemas.openxmlformats.org/officeDocument/2006/relationships/image" Target="/ppt/media/image8.png" Id="Rfc361e5fe1b0429c" /><Relationship Type="http://schemas.openxmlformats.org/officeDocument/2006/relationships/notesSlide" Target="/ppt/notesSlides/notesSlide6.xml" Id="Raf512064a7d840b4"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b3d58166df4a41a3" /><Relationship Type="http://schemas.openxmlformats.org/officeDocument/2006/relationships/notesSlide" Target="/ppt/notesSlides/notesSlide7.xml" Id="Re872cbeae3534d6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5ab3ece88684e10" /><Relationship Type="http://schemas.openxmlformats.org/officeDocument/2006/relationships/notesSlide" Target="/ppt/notesSlides/notesSlide8.xml" Id="R0f4ed976ee1b459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74fd431ba1e48fa" /><Relationship Type="http://schemas.openxmlformats.org/officeDocument/2006/relationships/notesSlide" Target="/ppt/notesSlides/notesSlide9.xml" Id="R33309c87db1d406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c02eae032fb45cd" /><Relationship Type="http://schemas.openxmlformats.org/officeDocument/2006/relationships/notesSlide" Target="/ppt/notesSlides/notesSlide10.xml" Id="Ra71d03e69f1e44d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ab51c699db064a53" /><Relationship Type="http://schemas.openxmlformats.org/officeDocument/2006/relationships/notesSlide" Target="/ppt/notesSlides/notesSlide11.xml" Id="Raac34ba5c55843f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543fda959ac40bb" /><Relationship Type="http://schemas.openxmlformats.org/officeDocument/2006/relationships/chart" Target="/ppt/slides/charts/chart1.xml" Id="Rbd69dd763a3d40e1" /><Relationship Type="http://schemas.openxmlformats.org/officeDocument/2006/relationships/notesSlide" Target="/ppt/notesSlides/notesSlide12.xml" Id="R6ac4e93d5e1a4b6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619211b8dd54e63" /><Relationship Type="http://schemas.openxmlformats.org/officeDocument/2006/relationships/notesSlide" Target="/ppt/notesSlides/notesSlide13.xml" Id="R13708a88d288441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5.xml" Id="R1445a0a99a594159" /><Relationship Type="http://schemas.openxmlformats.org/officeDocument/2006/relationships/notesSlide" Target="/ppt/notesSlides/notesSlide14.xml" Id="Rf20a4744be5b4ab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5.xml" Id="Rc50208578bd94888" /><Relationship Type="http://schemas.openxmlformats.org/officeDocument/2006/relationships/notesSlide" Target="/ppt/notesSlides/notesSlide15.xml" Id="R29a04f79b9c54d4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66579144b1348e7" /><Relationship Type="http://schemas.openxmlformats.org/officeDocument/2006/relationships/chart" Target="/ppt/slides/charts/chart2.xml" Id="Ra587773f10204cc9" /><Relationship Type="http://schemas.openxmlformats.org/officeDocument/2006/relationships/notesSlide" Target="/ppt/notesSlides/notesSlide16.xml" Id="R6fa2c8fb1f0e485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4.xml" Id="R29192d10e45d47de" /><Relationship Type="http://schemas.openxmlformats.org/officeDocument/2006/relationships/image" Target="/ppt/media/image4.png" Id="Ra22aab36463245b6" /><Relationship Type="http://schemas.openxmlformats.org/officeDocument/2006/relationships/image" Target="/ppt/media/image9.png" Id="R6bc004cb958d4e31" /><Relationship Type="http://schemas.openxmlformats.org/officeDocument/2006/relationships/notesSlide" Target="/ppt/notesSlides/notesSlide17.xml" Id="R8c02d30d08ae4ab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5.xml" Id="R73e94b4e2be84a92" /><Relationship Type="http://schemas.openxmlformats.org/officeDocument/2006/relationships/image" Target="/ppt/media/image4.png" Id="R460586a707724dd4" /><Relationship Type="http://schemas.openxmlformats.org/officeDocument/2006/relationships/image" Target="/ppt/media/image10.png" Id="R43316791c9f240ac" /><Relationship Type="http://schemas.openxmlformats.org/officeDocument/2006/relationships/notesSlide" Target="/ppt/notesSlides/notesSlide18.xml" Id="R3c44e81e3aa94ef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4.xml" Id="Rb9300cb820f64454" /><Relationship Type="http://schemas.openxmlformats.org/officeDocument/2006/relationships/notesSlide" Target="/ppt/notesSlides/notesSlide19.xml" Id="Rdac608068cee48c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c0b06e89d154e3c" /><Relationship Type="http://schemas.openxmlformats.org/officeDocument/2006/relationships/notesSlide" Target="/ppt/notesSlides/notesSlide20.xml" Id="R06ef051ea33541f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8ee71d9023942e3" /><Relationship Type="http://schemas.openxmlformats.org/officeDocument/2006/relationships/notesSlide" Target="/ppt/notesSlides/notesSlide21.xml" Id="R6a8d4d2aeb764d3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d7f359d54664c54" /><Relationship Type="http://schemas.openxmlformats.org/officeDocument/2006/relationships/notesSlide" Target="/ppt/notesSlides/notesSlide22.xml" Id="R4b7d88d66a514f7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4.xml" Id="Rb08a5d52fae24e28" /><Relationship Type="http://schemas.openxmlformats.org/officeDocument/2006/relationships/image" Target="/ppt/media/image11.png" Id="R6e75d2a395734381" /><Relationship Type="http://schemas.openxmlformats.org/officeDocument/2006/relationships/notesSlide" Target="/ppt/notesSlides/notesSlide23.xml" Id="R80a47cdb68e4453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8bf6cab48744451" /><Relationship Type="http://schemas.openxmlformats.org/officeDocument/2006/relationships/image" Target="/ppt/media/image3.png" Id="R1a3ccca57a1d47da" /><Relationship Type="http://schemas.openxmlformats.org/officeDocument/2006/relationships/notesSlide" Target="/ppt/notesSlides/notesSlide24.xml" Id="R6f4513f2cd00479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a:latin typeface="Inter"/>
                <a:ea typeface="Inter"/>
                <a:cs typeface="Inter"/>
              </a:rPr>
              <a:t>Tồn đọng đánh giá minh họa</a:t>
            </a:r>
          </a:p>
        </c:rich>
      </c:tx>
      <c:overlay val="0"/>
      <c:txPr>
        <a:bodyPr xmlns:a="http://schemas.openxmlformats.org/drawingml/2006/main" anchorCtr="1"/>
        <a:lstStyle xmlns:a="http://schemas.openxmlformats.org/drawingml/2006/main"/>
        <a:p xmlns:a="http://schemas.openxmlformats.org/drawingml/2006/main">
          <a:pPr>
            <a:defRPr>
              <a:latin typeface="Inter"/>
              <a:ea typeface="Inter"/>
              <a:cs typeface="Inter"/>
            </a:defRPr>
          </a:pPr>
        </a:p>
      </c:txPr>
    </c:title>
    <c:plotArea>
      <c:barChart>
        <c:barDir val="col"/>
        <c:grouping val="clustered"/>
        <c:varyColors val="0"/>
        <c:ser>
          <c:idx val="0"/>
          <c:order val="0"/>
          <c:tx>
            <c:v>Phát hiện còn mở</c:v>
          </c:tx>
          <c:spPr>
            <a:solidFill xmlns:a="http://schemas.openxmlformats.org/drawingml/2006/main">
              <a:srgbClr val="5EC4FF"/>
            </a:solidFill>
          </c:spPr>
          <c:cat>
            <c:strRef>
              <c:f>'Chart Data'!$A$2:$A$5</c:f>
              <c:strCache>
                <c:ptCount val="4"/>
                <c:pt idx="0">
                  <c:v>Mơ hồ</c:v>
                </c:pt>
                <c:pt idx="1">
                  <c:v>Thiếu quy tắc</c:v>
                </c:pt>
                <c:pt idx="2">
                  <c:v>Xung đột</c:v>
                </c:pt>
                <c:pt idx="3">
                  <c:v>Tiêu chí yếu</c:v>
                </c:pt>
              </c:strCache>
            </c:strRef>
          </c:cat>
          <c:val>
            <c:numRef>
              <c:f>'Chart Data'!$B$2:$B$5</c:f>
              <c:numCache>
                <c:formatCode>General</c:formatCode>
                <c:ptCount val="4"/>
                <c:pt idx="0">
                  <c:v>8</c:v>
                </c:pt>
                <c:pt idx="1">
                  <c:v>6</c:v>
                </c:pt>
                <c:pt idx="2">
                  <c:v>3</c:v>
                </c:pt>
                <c:pt idx="3">
                  <c:v>5</c:v>
                </c:pt>
              </c:numCache>
            </c:numRef>
          </c:val>
        </c:ser>
        <c:ser>
          <c:idx val="1"/>
          <c:order val="1"/>
          <c:tx>
            <c:v>Đã xử lý</c:v>
          </c:tx>
          <c:spPr>
            <a:solidFill xmlns:a="http://schemas.openxmlformats.org/drawingml/2006/main">
              <a:srgbClr val="3C7DA3"/>
            </a:solidFill>
          </c:spPr>
          <c:cat>
            <c:strRef>
              <c:f>'Chart Data'!$C$2:$C$5</c:f>
              <c:strCache>
                <c:ptCount val="4"/>
                <c:pt idx="0">
                  <c:v>Mơ hồ</c:v>
                </c:pt>
                <c:pt idx="1">
                  <c:v>Thiếu quy tắc</c:v>
                </c:pt>
                <c:pt idx="2">
                  <c:v>Xung đột</c:v>
                </c:pt>
                <c:pt idx="3">
                  <c:v>Tiêu chí yếu</c:v>
                </c:pt>
              </c:strCache>
            </c:strRef>
          </c:cat>
          <c:val>
            <c:numRef>
              <c:f>'Chart Data'!$D$2:$D$5</c:f>
              <c:numCache>
                <c:formatCode>General</c:formatCode>
                <c:ptCount val="4"/>
                <c:pt idx="0">
                  <c:v>3</c:v>
                </c:pt>
                <c:pt idx="1">
                  <c:v>2</c:v>
                </c:pt>
                <c:pt idx="2">
                  <c:v>1</c:v>
                </c:pt>
                <c:pt idx="3">
                  <c:v>2</c:v>
                </c:pt>
              </c:numCache>
            </c:numRef>
          </c:val>
        </c:ser>
        <c:dLbls>
          <c:txPr>
            <a:bodyPr xmlns:a="http://schemas.openxmlformats.org/drawingml/2006/main" anchorCtr="1"/>
            <a:lstStyle xmlns:a="http://schemas.openxmlformats.org/drawingml/2006/main"/>
            <a:p xmlns:a="http://schemas.openxmlformats.org/drawingml/2006/main">
              <a:pPr>
                <a:defRPr>
                  <a:latin typeface="Inter"/>
                  <a:ea typeface="Inter"/>
                  <a:cs typeface="Inter"/>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Inter"/>
                <a:ea typeface="Inter"/>
                <a:cs typeface="Inter"/>
              </a:defRPr>
            </a:pPr>
          </a:p>
        </c:txPr>
        <c:crossAx val="48672768"/>
      </c:catAx>
      <c:valAx>
        <c:axId val="48672768"/>
        <c:scaling>
          <c:orientation val="minMax"/>
          <c:max val="10"/>
          <c:min val="0"/>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Inter"/>
                <a:ea typeface="Inter"/>
                <a:cs typeface="Inter"/>
              </a:defRPr>
            </a:pPr>
          </a:p>
        </c:txPr>
        <c:crossAx val="48650112"/>
        <c:crossBetween val="between"/>
        <c:majorUnit val="2"/>
      </c:valAx>
      <c:spPr>
        <a:solidFill xmlns:a="http://schemas.openxmlformats.org/drawingml/2006/main">
          <a:srgbClr val="FFFFFF"/>
        </a:solidFill>
      </c:spPr>
    </c:plotArea>
    <c:legend>
      <c:legendPos val="t"/>
      <c:overlay val="0"/>
      <c:txPr>
        <a:bodyPr xmlns:a="http://schemas.openxmlformats.org/drawingml/2006/main" anchorCtr="1"/>
        <a:lstStyle xmlns:a="http://schemas.openxmlformats.org/drawingml/2006/main"/>
        <a:p xmlns:a="http://schemas.openxmlformats.org/drawingml/2006/main">
          <a:pPr>
            <a:defRPr>
              <a:latin typeface="Inter"/>
              <a:ea typeface="Inter"/>
              <a:cs typeface="Inter"/>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a:latin typeface="Inter"/>
                <a:ea typeface="Inter"/>
                <a:cs typeface="Inter"/>
              </a:rPr>
              <a:t>Điểm kịch bản minh họa</a:t>
            </a:r>
          </a:p>
        </c:rich>
      </c:tx>
      <c:overlay val="0"/>
      <c:txPr>
        <a:bodyPr xmlns:a="http://schemas.openxmlformats.org/drawingml/2006/main" anchorCtr="1"/>
        <a:lstStyle xmlns:a="http://schemas.openxmlformats.org/drawingml/2006/main"/>
        <a:p xmlns:a="http://schemas.openxmlformats.org/drawingml/2006/main">
          <a:pPr>
            <a:defRPr>
              <a:latin typeface="Inter"/>
              <a:ea typeface="Inter"/>
              <a:cs typeface="Inter"/>
            </a:defRPr>
          </a:pPr>
        </a:p>
      </c:txPr>
    </c:title>
    <c:plotArea>
      <c:lineChart>
        <c:grouping val="standard"/>
        <c:ser>
          <c:idx val="0"/>
          <c:order val="0"/>
          <c:tx>
            <c:v>Khả năng xảy ra</c:v>
          </c:tx>
          <c:spPr>
            <a:ln xmlns:a="http://schemas.openxmlformats.org/drawingml/2006/main" w="28575">
              <a:solidFill>
                <a:srgbClr val="5EC4FF"/>
              </a:solidFill>
              <a:prstDash val="solid"/>
            </a:ln>
          </c:spPr>
          <c:marker>
            <c:symbol val="circle"/>
            <c:size val="7"/>
            <c:spPr>
              <a:solidFill xmlns:a="http://schemas.openxmlformats.org/drawingml/2006/main">
                <a:srgbClr val="5EC4FF"/>
              </a:solidFill>
            </c:spPr>
          </c:marker>
          <c:cat>
            <c:strRef>
              <c:f>'Chart Data'!$A$2:$A$5</c:f>
              <c:strCache>
                <c:ptCount val="4"/>
                <c:pt idx="0">
                  <c:v>S1</c:v>
                </c:pt>
                <c:pt idx="1">
                  <c:v>S2</c:v>
                </c:pt>
                <c:pt idx="2">
                  <c:v>S3</c:v>
                </c:pt>
                <c:pt idx="3">
                  <c:v>S4</c:v>
                </c:pt>
              </c:strCache>
            </c:strRef>
          </c:cat>
          <c:val>
            <c:numRef>
              <c:f>'Chart Data'!$B$2:$B$5</c:f>
              <c:numCache>
                <c:formatCode>General</c:formatCode>
                <c:ptCount val="4"/>
                <c:pt idx="0">
                  <c:v>2</c:v>
                </c:pt>
                <c:pt idx="1">
                  <c:v>3</c:v>
                </c:pt>
                <c:pt idx="2">
                  <c:v>4</c:v>
                </c:pt>
                <c:pt idx="3">
                  <c:v>5</c:v>
                </c:pt>
              </c:numCache>
            </c:numRef>
          </c:val>
        </c:ser>
        <c:ser>
          <c:idx val="1"/>
          <c:order val="1"/>
          <c:tx>
            <c:v>Tác động</c:v>
          </c:tx>
          <c:spPr>
            <a:ln xmlns:a="http://schemas.openxmlformats.org/drawingml/2006/main" w="28575">
              <a:solidFill>
                <a:srgbClr val="3C7DA3"/>
              </a:solidFill>
              <a:prstDash val="solid"/>
            </a:ln>
          </c:spPr>
          <c:marker>
            <c:symbol val="diamond"/>
            <c:size val="7"/>
            <c:spPr>
              <a:solidFill xmlns:a="http://schemas.openxmlformats.org/drawingml/2006/main">
                <a:srgbClr val="3C7DA3"/>
              </a:solidFill>
            </c:spPr>
          </c:marker>
          <c:cat>
            <c:strRef>
              <c:f>'Chart Data'!$C$2:$C$5</c:f>
              <c:strCache>
                <c:ptCount val="4"/>
                <c:pt idx="0">
                  <c:v>S1</c:v>
                </c:pt>
                <c:pt idx="1">
                  <c:v>S2</c:v>
                </c:pt>
                <c:pt idx="2">
                  <c:v>S3</c:v>
                </c:pt>
                <c:pt idx="3">
                  <c:v>S4</c:v>
                </c:pt>
              </c:strCache>
            </c:strRef>
          </c:cat>
          <c:val>
            <c:numRef>
              <c:f>'Chart Data'!$D$2:$D$5</c:f>
              <c:numCache>
                <c:formatCode>General</c:formatCode>
                <c:ptCount val="4"/>
                <c:pt idx="0">
                  <c:v>2</c:v>
                </c:pt>
                <c:pt idx="1">
                  <c:v>4</c:v>
                </c:pt>
                <c:pt idx="2">
                  <c:v>4</c:v>
                </c:pt>
                <c:pt idx="3">
                  <c:v>5</c:v>
                </c:pt>
              </c:numCache>
            </c:numRef>
          </c:val>
        </c:ser>
        <c:dLbls>
          <c:txPr>
            <a:bodyPr xmlns:a="http://schemas.openxmlformats.org/drawingml/2006/main" anchorCtr="1"/>
            <a:lstStyle xmlns:a="http://schemas.openxmlformats.org/drawingml/2006/main"/>
            <a:p xmlns:a="http://schemas.openxmlformats.org/drawingml/2006/main">
              <a:pPr>
                <a:defRPr>
                  <a:latin typeface="Inter"/>
                  <a:ea typeface="Inter"/>
                  <a:cs typeface="Inter"/>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Inter"/>
                <a:ea typeface="Inter"/>
                <a:cs typeface="Inter"/>
              </a:defRPr>
            </a:pPr>
          </a:p>
        </c:txPr>
        <c:crossAx val="48672768"/>
      </c:catAx>
      <c:valAx>
        <c:axId val="48672768"/>
        <c:scaling>
          <c:orientation val="minMax"/>
          <c:max val="5"/>
          <c:min val="0"/>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Inter"/>
                <a:ea typeface="Inter"/>
                <a:cs typeface="Inter"/>
              </a:defRPr>
            </a:pPr>
          </a:p>
        </c:txPr>
        <c:crossAx val="48650112"/>
        <c:crossBetween val="between"/>
        <c:majorUnit val="1"/>
      </c:valAx>
      <c:spPr>
        <a:solidFill xmlns:a="http://schemas.openxmlformats.org/drawingml/2006/main">
          <a:srgbClr val="FFFFFF"/>
        </a:solidFill>
      </c:spPr>
    </c:plotArea>
    <c:legend>
      <c:legendPos val="t"/>
      <c:overlay val="0"/>
      <c:txPr>
        <a:bodyPr xmlns:a="http://schemas.openxmlformats.org/drawingml/2006/main" anchorCtr="1"/>
        <a:lstStyle xmlns:a="http://schemas.openxmlformats.org/drawingml/2006/main"/>
        <a:p xmlns:a="http://schemas.openxmlformats.org/drawingml/2006/main">
          <a:pPr>
            <a:defRPr>
              <a:latin typeface="Inter"/>
              <a:ea typeface="Inter"/>
              <a:cs typeface="Inter"/>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94324DD7-B2A7-C70F-0160-11F227D46A09}"/>
              </a:ext>
            </a:extLst>
          </p:cNvPr>
          <p:cNvSpPr>
            <a:spLocks xmlns:a="http://schemas.openxmlformats.org/drawingml/2006/main" noGrp="1"/>
          </p:cNvSpPr>
          <p:nvPr>
            <p:ph type="ctrTitle" idx="0"/>
          </p:nvPr>
        </p:nvSpPr>
        <p:spPr>
          <a:xfrm xmlns:a="http://schemas.openxmlformats.org/drawingml/2006/main">
            <a:off x="628650" y="342900"/>
            <a:ext cx="9525000" cy="2571750"/>
          </a:xfrm>
        </p:spPr>
        <p:txBody>
          <a:bodyPr xmlns:a="http://schemas.openxmlformats.org/drawingml/2006/main" anchor="b">
            <a:noAutofit/>
          </a:bodyPr>
          <a:lstStyle xmlns:a="http://schemas.openxmlformats.org/drawingml/2006/main"/>
          <a:p xmlns:a="http://schemas.openxmlformats.org/drawingml/2006/main">
            <a:r>
              <a:rPr sz="7200">
                <a:solidFill>
                  <a:schemeClr val="accent6">
                    <a:lumMod val="75000"/>
                  </a:schemeClr>
                </a:solidFill>
              </a:rPr>
              <a:t>Phân tích yêu cầu</a:t>
            </a:r>
          </a:p>
          <a:p xmlns:a="http://schemas.openxmlformats.org/drawingml/2006/main">
            <a:r>
              <a:rPr sz="7200">
                <a:solidFill>
                  <a:schemeClr val="accent6">
                    <a:lumMod val="75000"/>
                  </a:schemeClr>
                </a:solidFill>
              </a:rPr>
              <a:t>Thiết kế kiểm thử</a:t>
            </a:r>
          </a:p>
          <a:p xmlns:a="http://schemas.openxmlformats.org/drawingml/2006/main">
            <a:r>
              <a:rPr sz="7200">
                <a:solidFill>
                  <a:schemeClr val="accent6">
                    <a:lumMod val="75000"/>
                  </a:schemeClr>
                </a:solidFill>
              </a:rPr>
              <a:t>với AI hỗ trợ</a:t>
            </a:r>
          </a:p>
        </p:txBody>
      </p:sp>
      <p:sp>
        <p:nvSpPr>
          <p:cNvPr id="5" name="Subtitle 4">
            <a:extLst xmlns:a="http://schemas.openxmlformats.org/drawingml/2006/main">
              <a:ext uri="{FF2B5EF4-FFF2-40B4-BE49-F238E27FC236}">
                <a16:creationId xmlns:a16="http://schemas.microsoft.com/office/drawing/2014/main" id="{43501A55-18E1-9822-7454-1E3D85380DC1}"/>
              </a:ext>
            </a:extLst>
          </p:cNvPr>
          <p:cNvSpPr>
            <a:spLocks xmlns:a="http://schemas.openxmlformats.org/drawingml/2006/main" noGrp="1"/>
          </p:cNvSpPr>
          <p:nvPr>
            <p:ph type="subTitle" idx="1"/>
          </p:nvPr>
        </p:nvSpPr>
        <p:spPr>
          <a:xfrm xmlns:a="http://schemas.openxmlformats.org/drawingml/2006/main">
            <a:off x="642669" y="3564938"/>
            <a:ext cx="3758374" cy="614676"/>
          </a:xfrm>
        </p:spPr>
        <p:txBody>
          <a:bodyPr xmlns:a="http://schemas.openxmlformats.org/drawingml/2006/main">
            <a:noAutofit/>
          </a:bodyPr>
          <a:lstStyle xmlns:a="http://schemas.openxmlformats.org/drawingml/2006/main"/>
          <a:p xmlns:a="http://schemas.openxmlformats.org/drawingml/2006/main">
            <a:r>
              <a:rPr sz="1800"/>
              <a:t>Kỹ thuật kiểm thử nâng cao</a:t>
            </a:r>
          </a:p>
          <a:p xmlns:a="http://schemas.openxmlformats.org/drawingml/2006/main">
            <a:r>
              <a:rPr sz="1800"/>
              <a:t>48 giờ | 6 học phần</a:t>
            </a:r>
          </a:p>
        </p:txBody>
      </p:sp>
      <p:pic>
        <p:nvPicPr>
          <p:cNvPr id="9" name="Picture 2"/>
          <p:cNvPicPr>
            <a:picLocks xmlns:a="http://schemas.openxmlformats.org/drawingml/2006/main" noChangeAspect="1"/>
          </p:cNvPicPr>
          <p:nvPr/>
        </p:nvPicPr>
        <p:blipFill>
          <a:blip xmlns:r="http://schemas.openxmlformats.org/officeDocument/2006/relationships" xmlns:a="http://schemas.openxmlformats.org/drawingml/2006/main" r:embed="R896c57e428c646e7"/>
          <a:srcRect xmlns:a="http://schemas.openxmlformats.org/drawingml/2006/main" l="0" t="25645" r="0" b="61469"/>
          <a:stretch xmlns:a="http://schemas.openxmlformats.org/drawingml/2006/main">
            <a:fillRect l="0" t="0" r="0" b="0"/>
          </a:stretch>
        </p:blipFill>
        <p:spPr>
          <a:xfrm xmlns:a="http://schemas.openxmlformats.org/drawingml/2006/main">
            <a:off x="0" y="4763386"/>
            <a:ext cx="12190542" cy="2094614"/>
          </a:xfrm>
          <a:prstGeom xmlns:a="http://schemas.openxmlformats.org/drawingml/2006/main" prst="rect">
            <a:avLst/>
          </a:prstGeom>
        </p:spPr>
      </p:pic>
    </p:spTree>
    <p:extLst>
      <p:ext uri="{BB962C8B-B14F-4D97-AF65-F5344CB8AC3E}">
        <p14:creationId xmlns:p14="http://schemas.microsoft.com/office/powerpoint/2010/main" val="331249616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B3BD1300-E71C-732F-134B-B7EE0492A9B7}"/>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00000000-1234-1234-1234-123412341234}" type="slidenum">
              <a:t>2</a:t>
            </a:fld>
            <a:endParaRPr/>
          </a:p>
        </p:txBody>
      </p:sp>
      <p:sp>
        <p:nvSpPr>
          <p:cNvPr id="3" name="Title 2">
            <a:extLst xmlns:a="http://schemas.openxmlformats.org/drawingml/2006/main">
              <a:ext uri="{FF2B5EF4-FFF2-40B4-BE49-F238E27FC236}">
                <a16:creationId xmlns:a16="http://schemas.microsoft.com/office/drawing/2014/main" id="{FC59BB80-DF6A-0532-F91A-4A78B8E5820E}"/>
              </a:ext>
            </a:extLst>
          </p:cNvPr>
          <p:cNvSpPr>
            <a:spLocks xmlns:a="http://schemas.openxmlformats.org/drawingml/2006/main" noGrp="1"/>
          </p:cNvSpPr>
          <p:nvPr>
            <p:ph type="title" idx="0"/>
          </p:nvPr>
        </p:nvSpPr>
        <p:spPr>
          <a:xfrm xmlns:a="http://schemas.openxmlformats.org/drawingml/2006/main">
            <a:off x="393700" y="883398"/>
            <a:ext cx="7835900" cy="635159"/>
          </a:xfrm>
        </p:spPr>
        <p:txBody>
          <a:bodyPr xmlns:a="http://schemas.openxmlformats.org/drawingml/2006/main"/>
          <a:lstStyle xmlns:a="http://schemas.openxmlformats.org/drawingml/2006/main"/>
          <a:p xmlns:a="http://schemas.openxmlformats.org/drawingml/2006/main">
            <a:r>
              <a:t>Nội dung khóa học</a:t>
            </a:r>
          </a:p>
        </p:txBody>
      </p:sp>
      <p:graphicFrame>
        <p:nvGraphicFramePr>
          <p:cNvPr id="9" name="Table 3"/>
          <p:cNvGraphicFramePr/>
          <p:nvPr/>
        </p:nvGraphicFramePr>
        <p:xfrm>
          <a:off xmlns:a="http://schemas.openxmlformats.org/drawingml/2006/main" x="393700" y="1689098"/>
          <a:ext xmlns:a="http://schemas.openxmlformats.org/drawingml/2006/main" cx="11404600" cy="4305300"/>
        </p:xfrm>
        <a:graphic xmlns:a="http://schemas.openxmlformats.org/drawingml/2006/main">
          <a:graphicData uri="http://schemas.openxmlformats.org/drawingml/2006/table">
            <a:tbl>
              <a:tblPr firstRow="1" bandRow="1">
                <a:tableStyleId>{5C22544A-7EE6-4342-B048-85BDC9FD1C3A}</a:tableStyleId>
              </a:tblPr>
              <a:tblGrid>
                <a:gridCol w="878509"/>
                <a:gridCol w="10526091"/>
              </a:tblGrid>
              <a:tr h="717550">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accent6"/>
                          </a:solidFill>
                          <a:latin typeface="Inter Medium"/>
                          <a:ea typeface="Inter Medium"/>
                          <a:cs typeface="Inter Medium"/>
                        </a:rPr>
                        <a:t>01</a:t>
                      </a:r>
                    </a:p>
                  </a:txBody>
                  <a:tcPr marL="0" marR="91440" marT="45720" marB="4572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prstClr val="black"/>
                          </a:solidFill>
                          <a:latin typeface="Inter Medium"/>
                          <a:ea typeface="Inter Medium"/>
                          <a:cs typeface="Inter Medium"/>
                        </a:rPr>
                        <a:t>Phân tích yêu cầu và phát hiện điểm mơ hồ</a:t>
                      </a:r>
                    </a:p>
                  </a:txBody>
                  <a:tcPr marL="0" marR="91440" marT="45720" marB="4572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717550">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accent6"/>
                          </a:solidFill>
                          <a:latin typeface="Inter Medium"/>
                          <a:ea typeface="Inter Medium"/>
                          <a:cs typeface="Inter Medium"/>
                        </a:rPr>
                        <a:t>02</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prstClr val="black"/>
                          </a:solidFill>
                          <a:latin typeface="Inter Medium"/>
                          <a:ea typeface="Inter Medium"/>
                          <a:cs typeface="Inter Medium"/>
                        </a:rPr>
                        <a:t>Khoảng trống bao phủ và truy vết yêu cầu</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717550">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accent6"/>
                          </a:solidFill>
                          <a:latin typeface="Inter Medium"/>
                          <a:ea typeface="Inter Medium"/>
                          <a:cs typeface="Inter Medium"/>
                        </a:rPr>
                        <a:t>03</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prstClr val="black"/>
                          </a:solidFill>
                          <a:latin typeface="Inter Medium"/>
                          <a:ea typeface="Inter Medium"/>
                          <a:cs typeface="Inter Medium"/>
                        </a:rPr>
                        <a:t>Sinh kịch bản và ưu tiên theo rủi ro</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717550">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accent6"/>
                          </a:solidFill>
                          <a:latin typeface="Inter Medium"/>
                          <a:ea typeface="Inter Medium"/>
                          <a:cs typeface="Inter Medium"/>
                        </a:rPr>
                        <a:t>04</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prstClr val="black"/>
                          </a:solidFill>
                          <a:latin typeface="Inter Medium"/>
                          <a:ea typeface="Inter Medium"/>
                          <a:cs typeface="Inter Medium"/>
                        </a:rPr>
                        <a:t>Ca kiểm thử chi tiết và đánh giá chất lượng</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717550">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accent6"/>
                          </a:solidFill>
                          <a:latin typeface="Inter Medium"/>
                          <a:ea typeface="Inter Medium"/>
                          <a:cs typeface="Inter Medium"/>
                        </a:rPr>
                        <a:t>05</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prstClr val="black"/>
                          </a:solidFill>
                          <a:latin typeface="Inter Medium"/>
                          <a:ea typeface="Inter Medium"/>
                          <a:cs typeface="Inter Medium"/>
                        </a:rPr>
                        <a:t>Định hướng và danh sách kiểm tra khám phá</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717550">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accent6"/>
                          </a:solidFill>
                          <a:latin typeface="Inter Medium"/>
                          <a:ea typeface="Inter Medium"/>
                          <a:cs typeface="Inter Medium"/>
                        </a:rPr>
                        <a:t>06</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prstClr val="black"/>
                          </a:solidFill>
                          <a:latin typeface="Inter Medium"/>
                          <a:ea typeface="Inter Medium"/>
                          <a:cs typeface="Inter Medium"/>
                        </a:rPr>
                        <a:t>Dữ liệu kiểm thử, che dữ liệu và bộ dữ liệu biên</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bl>
          </a:graphicData>
        </a:graphic>
      </p:graphicFrame>
      <p:sp>
        <p:nvSpPr>
          <p:cNvPr id="5" name="Footer Placeholder 4">
            <a:extLst xmlns:a="http://schemas.openxmlformats.org/drawingml/2006/main">
              <a:ext uri="{FF2B5EF4-FFF2-40B4-BE49-F238E27FC236}">
                <a16:creationId xmlns:a16="http://schemas.microsoft.com/office/drawing/2014/main" id="{D2FC4FC7-396D-BE8D-1F0E-C849A74CA5DD}"/>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t>AIQE ARTD</a:t>
            </a:r>
            <a:endParaRPr sz="1100"/>
          </a:p>
        </p:txBody>
      </p:sp>
    </p:spTree>
    <p:extLst>
      <p:ext uri="{BB962C8B-B14F-4D97-AF65-F5344CB8AC3E}">
        <p14:creationId xmlns:p14="http://schemas.microsoft.com/office/powerpoint/2010/main" val="291587740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540" name="Picture 17"/>
          <p:cNvPicPr>
            <a:picLocks xmlns:a="http://schemas.openxmlformats.org/drawingml/2006/main" noChangeAspect="1"/>
          </p:cNvPicPr>
          <p:nvPr/>
        </p:nvPicPr>
        <p:blipFill>
          <a:blip xmlns:r="http://schemas.openxmlformats.org/officeDocument/2006/relationships" xmlns:a="http://schemas.openxmlformats.org/drawingml/2006/main" r:embed="R3b7da9bf39b840da"/>
          <a:srcRect xmlns:a="http://schemas.openxmlformats.org/drawingml/2006/main" l="3152" t="0" r="3152" b="0"/>
          <a:stretch xmlns:a="http://schemas.openxmlformats.org/drawingml/2006/main"/>
        </p:blipFill>
        <p:spPr>
          <a:xfrm xmlns:a="http://schemas.openxmlformats.org/drawingml/2006/main">
            <a:off x="7371258" y="0"/>
            <a:ext cx="4819284" cy="6858000"/>
          </a:xfrm>
          <a:prstGeom xmlns:a="http://schemas.openxmlformats.org/drawingml/2006/main" prst="rect">
            <a:avLst/>
          </a:prstGeom>
        </p:spPr>
      </p:pic>
      <p:sp>
        <p:nvSpPr>
          <p:cNvPr id="534" name="Google Shape;534;p58">
            <a:extLst xmlns:a="http://schemas.openxmlformats.org/drawingml/2006/main">
              <a:ext uri="{FF2B5EF4-FFF2-40B4-BE49-F238E27FC236}">
                <a16:creationId xmlns:a16="http://schemas.microsoft.com/office/drawing/2014/main" id="{990E0952-CC7C-65FF-3A11-F59CB4DA85D4}"/>
              </a:ext>
            </a:extLst>
          </p:cNvPr>
          <p:cNvSpPr>
            <a:spLocks xmlns:a="http://schemas.openxmlformats.org/drawingml/2006/main" noGrp="1"/>
          </p:cNvSpPr>
          <p:nvPr>
            <p:ph idx="1"/>
          </p:nvPr>
        </p:nvSpPr>
        <p:spPr>
          <a:xfrm xmlns:a="http://schemas.openxmlformats.org/drawingml/2006/main">
            <a:off x="393700" y="5101769"/>
            <a:ext cx="2969986" cy="6477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500"/>
              </a:spcAft>
              <a:buNone/>
            </a:pPr>
            <a:r>
              <a:rPr sz="1800">
                <a:latin typeface="Inter"/>
                <a:ea typeface="Inter"/>
                <a:cs typeface="Inter"/>
              </a:rPr>
              <a:t>Trợ lý AI</a:t>
            </a:r>
          </a:p>
          <a:p xmlns:a="http://schemas.openxmlformats.org/drawingml/2006/main">
            <a:pPr marL="0" indent="0">
              <a:lnSpc>
                <a:spcPct val="114000"/>
              </a:lnSpc>
              <a:spcBef>
                <a:spcPts val="0"/>
              </a:spcBef>
              <a:spcAft>
                <a:spcPts val="500"/>
              </a:spcAft>
              <a:buNone/>
            </a:pPr>
            <a:r>
              <a:rPr sz="1800">
                <a:latin typeface="Inter"/>
                <a:ea typeface="Inter"/>
                <a:cs typeface="Inter"/>
              </a:rPr>
              <a:t>Trích xuất, so sánh và soạn thảo</a:t>
            </a:r>
            <a:endParaRPr sz="1800">
              <a:latin typeface="Inter"/>
              <a:ea typeface="Inter"/>
              <a:cs typeface="Inter"/>
            </a:endParaRPr>
          </a:p>
        </p:txBody>
      </p:sp>
      <p:sp>
        <p:nvSpPr>
          <p:cNvPr id="533" name="Google Shape;533;p58">
            <a:extLst xmlns:a="http://schemas.openxmlformats.org/drawingml/2006/main">
              <a:ext uri="{FF2B5EF4-FFF2-40B4-BE49-F238E27FC236}">
                <a16:creationId xmlns:a16="http://schemas.microsoft.com/office/drawing/2014/main" id="{E9A2AEE7-A921-7DF3-9C82-C98AEFAE5606}"/>
              </a:ext>
            </a:extLst>
          </p:cNvPr>
          <p:cNvSpPr>
            <a:spLocks xmlns:a="http://schemas.openxmlformats.org/drawingml/2006/main" noGrp="1"/>
          </p:cNvSpPr>
          <p:nvPr>
            <p:ph type="title" idx="0"/>
          </p:nvPr>
        </p:nvSpPr>
        <p:spPr>
          <a:xfrm xmlns:a="http://schemas.openxmlformats.org/drawingml/2006/main">
            <a:off x="393700" y="344008"/>
            <a:ext cx="5867400" cy="267859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rPr sz="4800"/>
              <a:t>Một quy trình xuyên suốt</a:t>
            </a:r>
            <a:endParaRPr sz="4800"/>
          </a:p>
          <a:p xmlns:a="http://schemas.openxmlformats.org/drawingml/2006/main">
            <a:r>
              <a:rPr sz="4800"/>
              <a:t>sáu học phần</a:t>
            </a:r>
            <a:endParaRPr sz="4800"/>
          </a:p>
        </p:txBody>
      </p:sp>
      <p:pic>
        <p:nvPicPr>
          <p:cNvPr id="543" name="Picture 8"/>
          <p:cNvPicPr>
            <a:picLocks xmlns:a="http://schemas.openxmlformats.org/drawingml/2006/main" noChangeAspect="1"/>
          </p:cNvPicPr>
          <p:nvPr/>
        </p:nvPicPr>
        <p:blipFill>
          <a:blip xmlns:r="http://schemas.openxmlformats.org/officeDocument/2006/relationships" xmlns:a="http://schemas.openxmlformats.org/drawingml/2006/main" r:embed="Rf102c816471f4181"/>
          <a:srcRect xmlns:a="http://schemas.openxmlformats.org/drawingml/2006/main" l="0" t="74249" r="80475" b="15849"/>
          <a:stretch xmlns:a="http://schemas.openxmlformats.org/drawingml/2006/main">
            <a:fillRect l="0" t="0" r="0" b="0"/>
          </a:stretch>
        </p:blipFill>
        <p:spPr>
          <a:xfrm xmlns:a="http://schemas.openxmlformats.org/drawingml/2006/main">
            <a:off x="418968" y="3891501"/>
            <a:ext cx="891133" cy="903819"/>
          </a:xfrm>
        </p:spPr>
      </p:pic>
      <p:sp>
        <p:nvSpPr>
          <p:cNvPr id="10" name="Footer Placeholder 9">
            <a:extLst xmlns:a="http://schemas.openxmlformats.org/drawingml/2006/main">
              <a:ext uri="{FF2B5EF4-FFF2-40B4-BE49-F238E27FC236}">
                <a16:creationId xmlns:a16="http://schemas.microsoft.com/office/drawing/2014/main" id="{FB134F60-C9DC-84B1-04A3-F4DA78061690}"/>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t>AIQE ARTD</a:t>
            </a:r>
            <a:endParaRPr sz="1100"/>
          </a:p>
        </p:txBody>
      </p:sp>
      <p:sp>
        <p:nvSpPr>
          <p:cNvPr id="11" name="Slide Number Placeholder 10">
            <a:extLst xmlns:a="http://schemas.openxmlformats.org/drawingml/2006/main">
              <a:ext uri="{FF2B5EF4-FFF2-40B4-BE49-F238E27FC236}">
                <a16:creationId xmlns:a16="http://schemas.microsoft.com/office/drawing/2014/main" id="{CF4DEF80-F13A-D843-314A-5472C1FBE0C6}"/>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8574A810-7A8E-054F-9F6B-09E9C694ECF9}" type="slidenum">
              <a:t>3</a:t>
            </a:fld>
            <a:endParaRPr sz="1100"/>
          </a:p>
        </p:txBody>
      </p:sp>
      <p:sp>
        <p:nvSpPr>
          <p:cNvPr id="3" name="Google Shape;534;p58">
            <a:extLst xmlns:a="http://schemas.openxmlformats.org/drawingml/2006/main">
              <a:ext uri="{FF2B5EF4-FFF2-40B4-BE49-F238E27FC236}">
                <a16:creationId xmlns:a16="http://schemas.microsoft.com/office/drawing/2014/main" id="{4B34DAA1-B334-0FFA-8EF7-9280350C43F3}"/>
              </a:ext>
            </a:extLst>
          </p:cNvPr>
          <p:cNvSpPr>
            <a:spLocks xmlns:a="http://schemas.openxmlformats.org/drawingml/2006/main" noGrp="1"/>
          </p:cNvSpPr>
          <p:nvPr/>
        </p:nvSpPr>
        <p:spPr>
          <a:xfrm xmlns:a="http://schemas.openxmlformats.org/drawingml/2006/main">
            <a:off x="3904343" y="5101769"/>
            <a:ext cx="2969986" cy="6477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500"/>
              </a:spcAft>
              <a:buFont typeface="Arial"/>
              <a:buNone/>
            </a:pPr>
            <a:r>
              <a:rPr sz="1800">
                <a:latin typeface="Inter"/>
                <a:ea typeface="Inter"/>
                <a:cs typeface="Inter"/>
              </a:rPr>
              <a:t>Người đánh giá</a:t>
            </a:r>
          </a:p>
          <a:p xmlns:a="http://schemas.openxmlformats.org/drawingml/2006/main">
            <a:pPr marL="0" indent="0">
              <a:lnSpc>
                <a:spcPct val="114000"/>
              </a:lnSpc>
              <a:spcBef>
                <a:spcPts val="0"/>
              </a:spcBef>
              <a:spcAft>
                <a:spcPts val="500"/>
              </a:spcAft>
              <a:buFont typeface="Arial"/>
              <a:buNone/>
            </a:pPr>
            <a:r>
              <a:rPr sz="1800">
                <a:latin typeface="Inter"/>
                <a:ea typeface="Inter"/>
                <a:cs typeface="Inter"/>
              </a:rPr>
              <a:t>Kiểm chứng, quyết định và phê duyệt</a:t>
            </a:r>
            <a:endParaRPr sz="1800">
              <a:latin typeface="Inter"/>
              <a:ea typeface="Inter"/>
              <a:cs typeface="Inter"/>
            </a:endParaRPr>
          </a:p>
        </p:txBody>
      </p:sp>
      <p:pic>
        <p:nvPicPr>
          <p:cNvPr id="547" name="Picture 3"/>
          <p:cNvPicPr>
            <a:picLocks xmlns:a="http://schemas.openxmlformats.org/drawingml/2006/main" noChangeAspect="1"/>
          </p:cNvPicPr>
          <p:nvPr/>
        </p:nvPicPr>
        <p:blipFill>
          <a:blip xmlns:r="http://schemas.openxmlformats.org/officeDocument/2006/relationships" xmlns:a="http://schemas.openxmlformats.org/drawingml/2006/main" r:embed="Rf102c816471f4181"/>
          <a:srcRect xmlns:a="http://schemas.openxmlformats.org/drawingml/2006/main" l="0" t="74249" r="80475" b="15849"/>
          <a:stretch xmlns:a="http://schemas.openxmlformats.org/drawingml/2006/main">
            <a:fillRect l="0" t="0" r="0" b="0"/>
          </a:stretch>
        </p:blipFill>
        <p:spPr>
          <a:xfrm xmlns:a="http://schemas.openxmlformats.org/drawingml/2006/main">
            <a:off x="3929611" y="3891501"/>
            <a:ext cx="891133" cy="903819"/>
          </a:xfrm>
        </p:spPr>
      </p:pic>
      <p:pic>
        <p:nvPicPr>
          <p:cNvPr id="548" name=""/>
          <p:cNvPicPr>
            <a:picLocks xmlns:a="http://schemas.openxmlformats.org/drawingml/2006/main" noChangeAspect="1"/>
          </p:cNvPicPr>
          <p:nvPr/>
        </p:nvPicPr>
        <p:blipFill>
          <a:blip xmlns:r="http://schemas.openxmlformats.org/officeDocument/2006/relationships" xmlns:a="http://schemas.openxmlformats.org/drawingml/2006/main" r:embed="R395fd35145814ecb"/>
          <a:srcRect xmlns:a="http://schemas.openxmlformats.org/drawingml/2006/main" l="0" t="12101" r="0" b="12101"/>
          <a:stretch xmlns:a="http://schemas.openxmlformats.org/drawingml/2006/main">
            <a:fillRect l="0" t="0" r="0" b="0"/>
          </a:stretch>
        </p:blipFill>
        <p:spPr>
          <a:xfrm xmlns:a="http://schemas.openxmlformats.org/drawingml/2006/main">
            <a:off x="419100" y="3895725"/>
            <a:ext cx="895350" cy="904875"/>
          </a:xfrm>
          <a:prstGeom xmlns:a="http://schemas.openxmlformats.org/drawingml/2006/main" prst="rect">
            <a:avLst/>
          </a:prstGeom>
        </p:spPr>
      </p:pic>
      <p:pic>
        <p:nvPicPr>
          <p:cNvPr id="549" name=""/>
          <p:cNvPicPr>
            <a:picLocks xmlns:a="http://schemas.openxmlformats.org/drawingml/2006/main" noChangeAspect="1"/>
          </p:cNvPicPr>
          <p:nvPr/>
        </p:nvPicPr>
        <p:blipFill>
          <a:blip xmlns:r="http://schemas.openxmlformats.org/officeDocument/2006/relationships" xmlns:a="http://schemas.openxmlformats.org/drawingml/2006/main" r:embed="Ra630816e2a0145f7"/>
          <a:srcRect xmlns:a="http://schemas.openxmlformats.org/drawingml/2006/main" l="0" t="12101" r="0" b="12101"/>
          <a:stretch xmlns:a="http://schemas.openxmlformats.org/drawingml/2006/main">
            <a:fillRect l="0" t="0" r="0" b="0"/>
          </a:stretch>
        </p:blipFill>
        <p:spPr>
          <a:xfrm xmlns:a="http://schemas.openxmlformats.org/drawingml/2006/main">
            <a:off x="3933825" y="3895725"/>
            <a:ext cx="895350" cy="904875"/>
          </a:xfrm>
          <a:prstGeom xmlns:a="http://schemas.openxmlformats.org/drawingml/2006/main" prst="rect">
            <a:avLst/>
          </a:prstGeom>
        </p:spPr>
      </p:pic>
    </p:spTree>
    <p:extLst>
      <p:ext uri="{BB962C8B-B14F-4D97-AF65-F5344CB8AC3E}">
        <p14:creationId xmlns:p14="http://schemas.microsoft.com/office/powerpoint/2010/main" val="15544954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69FA6D2-2D50-9DC8-E5DD-C4C1EAE88DCF}"/>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00000000-1234-1234-1234-123412341234}" type="slidenum">
              <a:t>4</a:t>
            </a:fld>
            <a:endParaRPr/>
          </a:p>
        </p:txBody>
      </p:sp>
      <p:sp>
        <p:nvSpPr>
          <p:cNvPr id="533" name="Google Shape;533;p58">
            <a:extLst xmlns:a="http://schemas.openxmlformats.org/drawingml/2006/main">
              <a:ext uri="{FF2B5EF4-FFF2-40B4-BE49-F238E27FC236}">
                <a16:creationId xmlns:a16="http://schemas.microsoft.com/office/drawing/2014/main" id="{E7B2D062-27A4-4C85-912F-42FC88B4DB91}"/>
              </a:ext>
            </a:extLst>
          </p:cNvPr>
          <p:cNvSpPr>
            <a:spLocks xmlns:a="http://schemas.openxmlformats.org/drawingml/2006/main" noGrp="1"/>
          </p:cNvSpPr>
          <p:nvPr>
            <p:ph type="title" idx="0"/>
          </p:nvPr>
        </p:nvSpPr>
        <p:spPr>
          <a:xfrm xmlns:a="http://schemas.openxmlformats.org/drawingml/2006/main">
            <a:off x="393700" y="344008"/>
            <a:ext cx="9448800" cy="366919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rPr sz="4800"/>
              <a:t>Khóa học xây dựng bộ thiết kế kiểm thử dựa trên nguồn, từ yêu cầu chưa rõ ràng đến dữ liệu kiểm thử an toàn về quyền riêng tư.</a:t>
            </a:r>
            <a:endParaRPr sz="4800"/>
          </a:p>
        </p:txBody>
      </p:sp>
      <p:sp>
        <p:nvSpPr>
          <p:cNvPr id="4" name="Content Placeholder 15">
            <a:extLst xmlns:a="http://schemas.openxmlformats.org/drawingml/2006/main">
              <a:ext uri="{FF2B5EF4-FFF2-40B4-BE49-F238E27FC236}">
                <a16:creationId xmlns:a16="http://schemas.microsoft.com/office/drawing/2014/main" id="{45D116A3-5F26-E766-2FA6-F7F59839F29D}"/>
              </a:ext>
            </a:extLst>
          </p:cNvPr>
          <p:cNvSpPr>
            <a:spLocks xmlns:a="http://schemas.openxmlformats.org/drawingml/2006/main" noGrp="1"/>
          </p:cNvSpPr>
          <p:nvPr/>
        </p:nvSpPr>
        <p:spPr>
          <a:xfrm xmlns:a="http://schemas.openxmlformats.org/drawingml/2006/main">
            <a:off x="4305300" y="4826000"/>
            <a:ext cx="3568700" cy="1168400"/>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600">
                <a:latin typeface="Inter"/>
                <a:ea typeface="Inter"/>
                <a:cs typeface="Inter"/>
              </a:rPr>
              <a:t>AI mở rộng phạm vi đánh giá</a:t>
            </a:r>
          </a:p>
          <a:p xmlns:a="http://schemas.openxmlformats.org/drawingml/2006/main">
            <a:pPr marL="0" indent="0">
              <a:lnSpc>
                <a:spcPct val="114000"/>
              </a:lnSpc>
              <a:spcBef>
                <a:spcPts val="0"/>
              </a:spcBef>
              <a:spcAft>
                <a:spcPts val="800"/>
              </a:spcAft>
              <a:buNone/>
            </a:pPr>
            <a:r>
              <a:rPr sz="1600">
                <a:latin typeface="Inter"/>
                <a:ea typeface="Inter"/>
                <a:cs typeface="Inter"/>
              </a:rPr>
              <a:t>AI đề xuất câu hỏi, liên kết, kịch bản và bản nháp.</a:t>
            </a:r>
          </a:p>
        </p:txBody>
      </p:sp>
      <p:sp>
        <p:nvSpPr>
          <p:cNvPr id="7" name="Text Placeholder 16">
            <a:extLst xmlns:a="http://schemas.openxmlformats.org/drawingml/2006/main">
              <a:ext uri="{FF2B5EF4-FFF2-40B4-BE49-F238E27FC236}">
                <a16:creationId xmlns:a16="http://schemas.microsoft.com/office/drawing/2014/main" id="{D7F79475-D2E6-1673-5BE0-6CAB7E3D8E0C}"/>
              </a:ext>
            </a:extLst>
          </p:cNvPr>
          <p:cNvSpPr>
            <a:spLocks xmlns:a="http://schemas.openxmlformats.org/drawingml/2006/main" noGrp="1"/>
          </p:cNvSpPr>
          <p:nvPr/>
        </p:nvSpPr>
        <p:spPr>
          <a:xfrm xmlns:a="http://schemas.openxmlformats.org/drawingml/2006/main">
            <a:off x="8229600" y="4826000"/>
            <a:ext cx="3568700" cy="1168400"/>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600">
                <a:solidFill>
                  <a:prstClr val="black"/>
                </a:solidFill>
                <a:latin typeface="Inter"/>
                <a:ea typeface="Inter"/>
                <a:cs typeface="Inter"/>
              </a:rPr>
              <a:t>Con người bảo đảm tính chính xác</a:t>
            </a:r>
          </a:p>
          <a:p xmlns:a="http://schemas.openxmlformats.org/drawingml/2006/main">
            <a:pPr marL="0" indent="0">
              <a:lnSpc>
                <a:spcPct val="114000"/>
              </a:lnSpc>
              <a:spcBef>
                <a:spcPts val="0"/>
              </a:spcBef>
              <a:spcAft>
                <a:spcPts val="800"/>
              </a:spcAft>
              <a:buNone/>
            </a:pPr>
            <a:r>
              <a:rPr sz="1600">
                <a:solidFill>
                  <a:prstClr val="black"/>
                </a:solidFill>
                <a:latin typeface="Inter"/>
                <a:ea typeface="Inter"/>
                <a:cs typeface="Inter"/>
              </a:rPr>
              <a:t>Họ kiểm chứng nguồn, rủi ro, tiêu chí xác nhận và cách xử lý dữ liệu.</a:t>
            </a:r>
          </a:p>
        </p:txBody>
      </p:sp>
      <p:sp>
        <p:nvSpPr>
          <p:cNvPr id="8" name="Google Shape;340;p61">
            <a:extLst xmlns:a="http://schemas.openxmlformats.org/drawingml/2006/main">
              <a:ext uri="{FF2B5EF4-FFF2-40B4-BE49-F238E27FC236}">
                <a16:creationId xmlns:a16="http://schemas.microsoft.com/office/drawing/2014/main" id="{E99A300F-A62D-2D4C-A8CC-7A2B40C7F19C}"/>
              </a:ext>
            </a:extLst>
          </p:cNvPr>
          <p:cNvSpPr>
            <a:spLocks xmlns:a="http://schemas.openxmlformats.org/drawingml/2006/main" noGrp="1"/>
          </p:cNvSpPr>
          <p:nvPr/>
        </p:nvSpPr>
        <p:spPr>
          <a:xfrm xmlns:a="http://schemas.openxmlformats.org/drawingml/2006/main">
            <a:off x="4305300" y="4356100"/>
            <a:ext cx="257187" cy="257089"/>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chemeClr val="accent5">
              <a:lumMod val="50000"/>
            </a:schemeClr>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9" name="Google Shape;340;p61">
            <a:extLst xmlns:a="http://schemas.openxmlformats.org/drawingml/2006/main">
              <a:ext uri="{FF2B5EF4-FFF2-40B4-BE49-F238E27FC236}">
                <a16:creationId xmlns:a16="http://schemas.microsoft.com/office/drawing/2014/main" id="{9715BEEB-6A24-7E57-79F9-6DC76158D290}"/>
              </a:ext>
            </a:extLst>
          </p:cNvPr>
          <p:cNvSpPr>
            <a:spLocks xmlns:a="http://schemas.openxmlformats.org/drawingml/2006/main" noGrp="1"/>
          </p:cNvSpPr>
          <p:nvPr/>
        </p:nvSpPr>
        <p:spPr>
          <a:xfrm xmlns:a="http://schemas.openxmlformats.org/drawingml/2006/main">
            <a:off x="8224158" y="4356100"/>
            <a:ext cx="257187" cy="257089"/>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chemeClr val="accent5">
              <a:lumMod val="50000"/>
            </a:schemeClr>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2" name="Footer Placeholder 1">
            <a:extLst xmlns:a="http://schemas.openxmlformats.org/drawingml/2006/main">
              <a:ext uri="{FF2B5EF4-FFF2-40B4-BE49-F238E27FC236}">
                <a16:creationId xmlns:a16="http://schemas.microsoft.com/office/drawing/2014/main" id="{1C1C27E6-B24A-134D-A33B-2CE33CAE571C}"/>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t>AIQE ARTD</a:t>
            </a:r>
            <a:endParaRPr sz="1100"/>
          </a:p>
        </p:txBody>
      </p:sp>
    </p:spTree>
    <p:extLst>
      <p:ext uri="{BB962C8B-B14F-4D97-AF65-F5344CB8AC3E}">
        <p14:creationId xmlns:p14="http://schemas.microsoft.com/office/powerpoint/2010/main" val="47352099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34" name="Google Shape;534;p58">
            <a:extLst xmlns:a="http://schemas.openxmlformats.org/drawingml/2006/main">
              <a:ext uri="{FF2B5EF4-FFF2-40B4-BE49-F238E27FC236}">
                <a16:creationId xmlns:a16="http://schemas.microsoft.com/office/drawing/2014/main" id="{771FC40B-42E0-01F1-967E-AC436D19C06F}"/>
              </a:ext>
            </a:extLst>
          </p:cNvPr>
          <p:cNvSpPr>
            <a:spLocks xmlns:a="http://schemas.openxmlformats.org/drawingml/2006/main" noGrp="1"/>
          </p:cNvSpPr>
          <p:nvPr>
            <p:ph idx="1"/>
          </p:nvPr>
        </p:nvSpPr>
        <p:spPr>
          <a:xfrm xmlns:a="http://schemas.openxmlformats.org/drawingml/2006/main">
            <a:off x="393700" y="1391498"/>
            <a:ext cx="5537200" cy="4602901"/>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rPr sz="1800">
                <a:latin typeface="Inter"/>
                <a:ea typeface="Inter"/>
                <a:cs typeface="Inter"/>
              </a:rPr>
              <a:t>Phạm vi hệ thống</a:t>
            </a:r>
            <a:endParaRPr sz="1800">
              <a:latin typeface="Inter"/>
              <a:ea typeface="Inter"/>
              <a:cs typeface="Inter"/>
            </a:endParaRPr>
          </a:p>
          <a:p xmlns:a="http://schemas.openxmlformats.org/drawingml/2006/main">
            <a:pPr marL="0" indent="0">
              <a:lnSpc>
                <a:spcPct val="114000"/>
              </a:lnSpc>
              <a:spcBef>
                <a:spcPts val="0"/>
              </a:spcBef>
              <a:spcAft>
                <a:spcPts val="800"/>
              </a:spcAft>
              <a:buNone/>
            </a:pPr>
            <a:r>
              <a:rPr sz="1800">
                <a:latin typeface="Inter"/>
                <a:ea typeface="Inter"/>
                <a:cs typeface="Inter"/>
              </a:rPr>
              <a:t>Ứng dụng web và di động kết nối với các dịch vụ thanh toán, tồn kho, giảm giá, thông báo và kiểm toán.</a:t>
            </a:r>
          </a:p>
          <a:p xmlns:a="http://schemas.openxmlformats.org/drawingml/2006/main">
            <a:pPr marL="0" indent="0">
              <a:lnSpc>
                <a:spcPct val="114000"/>
              </a:lnSpc>
              <a:spcBef>
                <a:spcPts val="0"/>
              </a:spcBef>
              <a:spcAft>
                <a:spcPts val="800"/>
              </a:spcAft>
              <a:buNone/>
            </a:pPr>
            <a:r>
              <a:rPr sz="1800">
                <a:latin typeface="Inter"/>
                <a:ea typeface="Inter"/>
                <a:cs typeface="Inter"/>
              </a:rPr>
              <a:t/>
            </a:r>
            <a:endParaRPr sz="1800">
              <a:latin typeface="Inter"/>
              <a:ea typeface="Inter"/>
              <a:cs typeface="Inter"/>
            </a:endParaRPr>
          </a:p>
          <a:p xmlns:a="http://schemas.openxmlformats.org/drawingml/2006/main">
            <a:pPr marL="0" indent="0">
              <a:lnSpc>
                <a:spcPct val="114000"/>
              </a:lnSpc>
              <a:spcBef>
                <a:spcPts val="0"/>
              </a:spcBef>
              <a:spcAft>
                <a:spcPts val="800"/>
              </a:spcAft>
              <a:buNone/>
            </a:pPr>
            <a:r>
              <a:rPr sz="1800">
                <a:latin typeface="Inter"/>
                <a:ea typeface="Inter"/>
                <a:cs typeface="Inter"/>
              </a:rPr>
              <a:t>Thử thách học tập</a:t>
            </a:r>
            <a:endParaRPr sz="1800">
              <a:latin typeface="Inter"/>
              <a:ea typeface="Inter"/>
              <a:cs typeface="Inter"/>
            </a:endParaRPr>
          </a:p>
          <a:p xmlns:a="http://schemas.openxmlformats.org/drawingml/2006/main">
            <a:pPr marL="0" indent="0">
              <a:lnSpc>
                <a:spcPct val="114000"/>
              </a:lnSpc>
              <a:spcBef>
                <a:spcPts val="0"/>
              </a:spcBef>
              <a:spcAft>
                <a:spcPts val="800"/>
              </a:spcAft>
              <a:buNone/>
            </a:pPr>
            <a:r>
              <a:rPr sz="1800">
                <a:latin typeface="Inter"/>
                <a:ea typeface="Inter"/>
                <a:cs typeface="Inter"/>
              </a:rPr>
              <a:t>Bộ tài liệu nguồn có câu chuyện người dùng chưa đầy đủ, quy tắc mâu thuẫn, một yêu cầu thay đổi, ràng buộc phi chức năng và ví dụ dữ liệu không an toàn.</a:t>
            </a:r>
            <a:endParaRPr sz="1800">
              <a:latin typeface="Inter"/>
              <a:ea typeface="Inter"/>
              <a:cs typeface="Inter"/>
            </a:endParaRPr>
          </a:p>
        </p:txBody>
      </p:sp>
      <p:sp>
        <p:nvSpPr>
          <p:cNvPr id="532" name="Google Shape;532;p58">
            <a:extLst xmlns:a="http://schemas.openxmlformats.org/drawingml/2006/main">
              <a:ext uri="{FF2B5EF4-FFF2-40B4-BE49-F238E27FC236}">
                <a16:creationId xmlns:a16="http://schemas.microsoft.com/office/drawing/2014/main" id="{D4C92004-F6FC-8FE6-BAD5-82F7D96E79D7}"/>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00000000-1234-1234-1234-123412341234}" type="slidenum">
              <a:t>5</a:t>
            </a:fld>
            <a:endParaRPr/>
          </a:p>
        </p:txBody>
      </p:sp>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a:xfrm xmlns:a="http://schemas.openxmlformats.org/drawingml/2006/main">
            <a:off x="393700" y="344009"/>
            <a:ext cx="5529261" cy="69739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Tình huống xuyên suốt: nền tảng đặt hàng và hoàn tiền đa kênh</a:t>
            </a:r>
            <a:endParaRPr/>
          </a:p>
        </p:txBody>
      </p:sp>
      <p:pic>
        <p:nvPicPr>
          <p:cNvPr id="540" name="Picture 3"/>
          <p:cNvPicPr>
            <a:picLocks xmlns:a="http://schemas.openxmlformats.org/drawingml/2006/main" noChangeAspect="1"/>
          </p:cNvPicPr>
          <p:nvPr/>
        </p:nvPicPr>
        <p:blipFill>
          <a:blip xmlns:r="http://schemas.openxmlformats.org/officeDocument/2006/relationships" xmlns:a="http://schemas.openxmlformats.org/drawingml/2006/main" r:embed="R07eca6dd929341a7"/>
          <a:srcRect xmlns:a="http://schemas.openxmlformats.org/drawingml/2006/main" l="5428" t="29168" r="0" b="23013"/>
          <a:stretch xmlns:a="http://schemas.openxmlformats.org/drawingml/2006/main">
            <a:fillRect l="0" t="0" r="0" b="0"/>
          </a:stretch>
        </p:blipFill>
        <p:spPr>
          <a:xfrm xmlns:a="http://schemas.openxmlformats.org/drawingml/2006/main">
            <a:off x="6269040" y="396409"/>
            <a:ext cx="5539740" cy="5602070"/>
          </a:xfrm>
          <a:prstGeom xmlns:a="http://schemas.openxmlformats.org/drawingml/2006/main" prst="roundRect">
            <a:avLst>
              <a:gd name="adj" fmla="val 1361"/>
            </a:avLst>
          </a:prstGeom>
        </p:spPr>
      </p:pic>
      <p:sp>
        <p:nvSpPr>
          <p:cNvPr id="5" name="Footer Placeholder 4">
            <a:extLst xmlns:a="http://schemas.openxmlformats.org/drawingml/2006/main">
              <a:ext uri="{FF2B5EF4-FFF2-40B4-BE49-F238E27FC236}">
                <a16:creationId xmlns:a16="http://schemas.microsoft.com/office/drawing/2014/main" id="{3E20367F-43F2-7564-3994-7F969BF46CE8}"/>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t>AIQE ARTD</a:t>
            </a:r>
            <a:endParaRPr sz="1100"/>
          </a:p>
        </p:txBody>
      </p:sp>
      <p:pic>
        <p:nvPicPr>
          <p:cNvPr id="542" name=""/>
          <p:cNvPicPr>
            <a:picLocks xmlns:a="http://schemas.openxmlformats.org/drawingml/2006/main" noChangeAspect="1"/>
          </p:cNvPicPr>
          <p:nvPr/>
        </p:nvPicPr>
        <p:blipFill>
          <a:blip xmlns:r="http://schemas.openxmlformats.org/officeDocument/2006/relationships" xmlns:a="http://schemas.openxmlformats.org/drawingml/2006/main" r:embed="Rd1bd2096093d43d6"/>
          <a:srcRect xmlns:a="http://schemas.openxmlformats.org/drawingml/2006/main" l="0" t="12113" r="0" b="12113"/>
          <a:stretch xmlns:a="http://schemas.openxmlformats.org/drawingml/2006/main">
            <a:fillRect l="0" t="0" r="0" b="0"/>
          </a:stretch>
        </p:blipFill>
        <p:spPr>
          <a:xfrm xmlns:a="http://schemas.openxmlformats.org/drawingml/2006/main">
            <a:off x="6267450" y="400050"/>
            <a:ext cx="5543550" cy="5600700"/>
          </a:xfrm>
          <a:prstGeom xmlns:a="http://schemas.openxmlformats.org/drawingml/2006/main" prst="roundRect">
            <a:avLst>
              <a:gd name="adj" fmla="val 4124"/>
            </a:avLst>
          </a:prstGeom>
        </p:spPr>
      </p:pic>
    </p:spTree>
    <p:extLst>
      <p:ext uri="{BB962C8B-B14F-4D97-AF65-F5344CB8AC3E}">
        <p14:creationId xmlns:p14="http://schemas.microsoft.com/office/powerpoint/2010/main" val="324567077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34" name="Google Shape;534;p58">
            <a:extLst xmlns:a="http://schemas.openxmlformats.org/drawingml/2006/main">
              <a:ext uri="{FF2B5EF4-FFF2-40B4-BE49-F238E27FC236}">
                <a16:creationId xmlns:a16="http://schemas.microsoft.com/office/drawing/2014/main" id="{F0D982DB-B102-71B9-EDF4-3738A0B36807}"/>
              </a:ext>
            </a:extLst>
          </p:cNvPr>
          <p:cNvSpPr>
            <a:spLocks xmlns:a="http://schemas.openxmlformats.org/drawingml/2006/main" noGrp="1"/>
          </p:cNvSpPr>
          <p:nvPr>
            <p:ph idx="1"/>
          </p:nvPr>
        </p:nvSpPr>
        <p:spPr>
          <a:xfrm xmlns:a="http://schemas.openxmlformats.org/drawingml/2006/main">
            <a:off x="393700" y="1638300"/>
            <a:ext cx="3568700" cy="4356099"/>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rPr sz="1600">
                <a:latin typeface="Inter"/>
                <a:ea typeface="Inter"/>
                <a:cs typeface="Inter"/>
              </a:rPr>
              <a:t>1  Xác định phạm vi và nội dung loại trừ</a:t>
            </a:r>
            <a:endParaRPr sz="1600">
              <a:latin typeface="Inter"/>
              <a:ea typeface="Inter"/>
              <a:cs typeface="Inter"/>
            </a:endParaRPr>
          </a:p>
          <a:p xmlns:a="http://schemas.openxmlformats.org/drawingml/2006/main">
            <a:pPr marL="0" indent="0">
              <a:lnSpc>
                <a:spcPct val="114000"/>
              </a:lnSpc>
              <a:spcBef>
                <a:spcPts val="0"/>
              </a:spcBef>
              <a:spcAft>
                <a:spcPts val="800"/>
              </a:spcAft>
              <a:buNone/>
            </a:pPr>
            <a:r>
              <a:rPr sz="1600">
                <a:latin typeface="Inter"/>
                <a:ea typeface="Inter"/>
                <a:cs typeface="Inter"/>
              </a:rPr>
              <a:t>2  Cung cấp nguồn đã phê duyệt cho mô hình</a:t>
            </a:r>
            <a:endParaRPr sz="1600">
              <a:latin typeface="Inter"/>
              <a:ea typeface="Inter"/>
              <a:cs typeface="Inter"/>
            </a:endParaRPr>
          </a:p>
          <a:p xmlns:a="http://schemas.openxmlformats.org/drawingml/2006/main">
            <a:pPr marL="0" indent="0">
              <a:lnSpc>
                <a:spcPct val="114000"/>
              </a:lnSpc>
              <a:spcBef>
                <a:spcPts val="0"/>
              </a:spcBef>
              <a:spcAft>
                <a:spcPts val="800"/>
              </a:spcAft>
              <a:buNone/>
            </a:pPr>
            <a:r>
              <a:rPr sz="1600">
                <a:latin typeface="Inter"/>
                <a:ea typeface="Inter"/>
                <a:cs typeface="Inter"/>
              </a:rPr>
              <a:t>3  Tạo bản nháp ngắn, có cấu trúc</a:t>
            </a:r>
          </a:p>
          <a:p xmlns:a="http://schemas.openxmlformats.org/drawingml/2006/main">
            <a:pPr marL="0" indent="0">
              <a:lnSpc>
                <a:spcPct val="114000"/>
              </a:lnSpc>
              <a:spcBef>
                <a:spcPts val="0"/>
              </a:spcBef>
              <a:spcAft>
                <a:spcPts val="800"/>
              </a:spcAft>
              <a:buNone/>
            </a:pPr>
            <a:r>
              <a:rPr sz="1600">
                <a:latin typeface="Inter"/>
                <a:ea typeface="Inter"/>
                <a:cs typeface="Inter"/>
              </a:rPr>
              <a:t>4  Phản biện giả định và góc nhìn còn thiếu</a:t>
            </a:r>
          </a:p>
          <a:p xmlns:a="http://schemas.openxmlformats.org/drawingml/2006/main">
            <a:pPr marL="0" indent="0">
              <a:lnSpc>
                <a:spcPct val="114000"/>
              </a:lnSpc>
              <a:spcBef>
                <a:spcPts val="0"/>
              </a:spcBef>
              <a:spcAft>
                <a:spcPts val="800"/>
              </a:spcAft>
              <a:buNone/>
            </a:pPr>
            <a:r>
              <a:rPr sz="1600">
                <a:latin typeface="Inter"/>
                <a:ea typeface="Inter"/>
                <a:cs typeface="Inter"/>
              </a:rPr>
              <a:t>5  Kiểm chứng quy tắc, phép tính và bằng chứng</a:t>
            </a:r>
          </a:p>
          <a:p xmlns:a="http://schemas.openxmlformats.org/drawingml/2006/main">
            <a:pPr marL="0" indent="0">
              <a:lnSpc>
                <a:spcPct val="114000"/>
              </a:lnSpc>
              <a:spcBef>
                <a:spcPts val="0"/>
              </a:spcBef>
              <a:spcAft>
                <a:spcPts val="800"/>
              </a:spcAft>
              <a:buNone/>
            </a:pPr>
            <a:r>
              <a:rPr sz="1600">
                <a:latin typeface="Inter"/>
                <a:ea typeface="Inter"/>
                <a:cs typeface="Inter"/>
              </a:rPr>
              <a:t>6  Ghi lại quyết định của con người và nguồn gốc</a:t>
            </a:r>
          </a:p>
        </p:txBody>
      </p:sp>
      <p:sp>
        <p:nvSpPr>
          <p:cNvPr id="532" name="Google Shape;532;p58">
            <a:extLst xmlns:a="http://schemas.openxmlformats.org/drawingml/2006/main">
              <a:ext uri="{FF2B5EF4-FFF2-40B4-BE49-F238E27FC236}">
                <a16:creationId xmlns:a16="http://schemas.microsoft.com/office/drawing/2014/main" id="{3D911AFA-A941-75BF-FE8A-5289E197747C}"/>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00000000-1234-1234-1234-123412341234}" type="slidenum">
              <a:t>6</a:t>
            </a:fld>
            <a:endParaRPr/>
          </a:p>
        </p:txBody>
      </p:sp>
      <p:sp>
        <p:nvSpPr>
          <p:cNvPr id="533" name="Google Shape;533;p58">
            <a:extLst xmlns:a="http://schemas.openxmlformats.org/drawingml/2006/main">
              <a:ext uri="{FF2B5EF4-FFF2-40B4-BE49-F238E27FC236}">
                <a16:creationId xmlns:a16="http://schemas.microsoft.com/office/drawing/2014/main" id="{4C055269-43CF-5537-A1B0-DC932A8FB188}"/>
              </a:ext>
            </a:extLst>
          </p:cNvPr>
          <p:cNvSpPr>
            <a:spLocks xmlns:a="http://schemas.openxmlformats.org/drawingml/2006/main" noGrp="1"/>
          </p:cNvSpPr>
          <p:nvPr>
            <p:ph type="title" idx="0"/>
          </p:nvPr>
        </p:nvSpPr>
        <p:spPr>
          <a:xfrm xmlns:a="http://schemas.openxmlformats.org/drawingml/2006/main">
            <a:off x="393700" y="344008"/>
            <a:ext cx="3568700" cy="90059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Quy trình làm việc với AI</a:t>
            </a:r>
            <a:endParaRPr/>
          </a:p>
        </p:txBody>
      </p:sp>
      <p:sp>
        <p:nvSpPr>
          <p:cNvPr id="2" name="object 3">
            <a:extLst xmlns:a="http://schemas.openxmlformats.org/drawingml/2006/main">
              <a:ext uri="{FF2B5EF4-FFF2-40B4-BE49-F238E27FC236}">
                <a16:creationId xmlns:a16="http://schemas.microsoft.com/office/drawing/2014/main" id="{5FDA4427-F2DF-5DB2-AE39-D904C1046D53}"/>
              </a:ext>
            </a:extLst>
          </p:cNvPr>
          <p:cNvSpPr>
            <a:spLocks xmlns:a="http://schemas.openxmlformats.org/drawingml/2006/main" noGrp="1"/>
          </p:cNvSpPr>
          <p:nvPr/>
        </p:nvSpPr>
        <p:spPr>
          <a:xfrm xmlns:a="http://schemas.openxmlformats.org/drawingml/2006/main">
            <a:off x="4305300" y="387896"/>
            <a:ext cx="7499261" cy="5606415"/>
          </a:xfrm>
          <a:custGeom xmlns:a="http://schemas.openxmlformats.org/drawingml/2006/main">
            <a:rect l="l" t="t" r="r" b="b"/>
            <a:pathLst>
              <a:path w="7386319" h="7475220">
                <a:moveTo>
                  <a:pt x="7385710" y="0"/>
                </a:moveTo>
                <a:lnTo>
                  <a:pt x="0" y="0"/>
                </a:lnTo>
                <a:lnTo>
                  <a:pt x="0" y="7474610"/>
                </a:lnTo>
                <a:lnTo>
                  <a:pt x="7385710" y="7474610"/>
                </a:lnTo>
                <a:lnTo>
                  <a:pt x="7385710" y="0"/>
                </a:lnTo>
                <a:close/>
              </a:path>
            </a:pathLst>
          </a:custGeom>
          <a:solidFill xmlns:a="http://schemas.openxmlformats.org/drawingml/2006/main">
            <a:srgbClr val="EDEDED"/>
          </a:solidFill>
        </p:spPr>
        <p:txBody>
          <a:bodyPr xmlns:a="http://schemas.openxmlformats.org/drawingml/2006/main" wrap="square" lIns="0" tIns="0" rIns="0" bIns="0"/>
          <a:lstStyle xmlns:a="http://schemas.openxmlformats.org/drawingml/2006/main"/>
          <a:p xmlns:a="http://schemas.openxmlformats.org/drawingml/2006/main">
            <a:endParaRPr sz="1350"/>
          </a:p>
        </p:txBody>
      </p:sp>
      <p:pic>
        <p:nvPicPr>
          <p:cNvPr id="541" name="Picture 2"/>
          <p:cNvPicPr>
            <a:picLocks xmlns:a="http://schemas.openxmlformats.org/drawingml/2006/main" noChangeAspect="1"/>
          </p:cNvPicPr>
          <p:nvPr/>
        </p:nvPicPr>
        <p:blipFill>
          <a:blip xmlns:r="http://schemas.openxmlformats.org/officeDocument/2006/relationships" xmlns:a="http://schemas.openxmlformats.org/drawingml/2006/main" r:embed="Rac190195a88f4e4f"/>
          <a:srcRect xmlns:a="http://schemas.openxmlformats.org/drawingml/2006/main" l="0" t="44704" r="0" b="17965"/>
          <a:stretch xmlns:a="http://schemas.openxmlformats.org/drawingml/2006/main">
            <a:fillRect l="0" t="0" r="0" b="0"/>
          </a:stretch>
        </p:blipFill>
        <p:spPr>
          <a:xfrm xmlns:a="http://schemas.openxmlformats.org/drawingml/2006/main">
            <a:off x="4305300" y="396409"/>
            <a:ext cx="7503480" cy="5602070"/>
          </a:xfrm>
          <a:prstGeom xmlns:a="http://schemas.openxmlformats.org/drawingml/2006/main" prst="roundRect">
            <a:avLst>
              <a:gd name="adj" fmla="val 1361"/>
            </a:avLst>
          </a:prstGeom>
        </p:spPr>
      </p:pic>
      <p:sp>
        <p:nvSpPr>
          <p:cNvPr id="4" name="Footer Placeholder 3">
            <a:extLst xmlns:a="http://schemas.openxmlformats.org/drawingml/2006/main">
              <a:ext uri="{FF2B5EF4-FFF2-40B4-BE49-F238E27FC236}">
                <a16:creationId xmlns:a16="http://schemas.microsoft.com/office/drawing/2014/main" id="{74612A72-3676-A3F7-8578-975B86130C86}"/>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t>AIQE ARTD</a:t>
            </a:r>
            <a:endParaRPr sz="1100"/>
          </a:p>
        </p:txBody>
      </p:sp>
      <p:pic>
        <p:nvPicPr>
          <p:cNvPr id="543" name=""/>
          <p:cNvPicPr>
            <a:picLocks xmlns:a="http://schemas.openxmlformats.org/drawingml/2006/main" noChangeAspect="1"/>
          </p:cNvPicPr>
          <p:nvPr/>
        </p:nvPicPr>
        <p:blipFill>
          <a:blip xmlns:r="http://schemas.openxmlformats.org/officeDocument/2006/relationships" xmlns:a="http://schemas.openxmlformats.org/drawingml/2006/main" r:embed="Rfc361e5fe1b0429c"/>
          <a:srcRect xmlns:a="http://schemas.openxmlformats.org/drawingml/2006/main" l="0" t="22018" r="0" b="22018"/>
          <a:stretch xmlns:a="http://schemas.openxmlformats.org/drawingml/2006/main">
            <a:fillRect l="0" t="0" r="0" b="0"/>
          </a:stretch>
        </p:blipFill>
        <p:spPr>
          <a:xfrm xmlns:a="http://schemas.openxmlformats.org/drawingml/2006/main">
            <a:off x="4305300" y="400050"/>
            <a:ext cx="7505700" cy="5600700"/>
          </a:xfrm>
          <a:prstGeom xmlns:a="http://schemas.openxmlformats.org/drawingml/2006/main" prst="roundRect">
            <a:avLst>
              <a:gd name="adj" fmla="val 4082"/>
            </a:avLst>
          </a:prstGeom>
        </p:spPr>
      </p:pic>
    </p:spTree>
    <p:extLst>
      <p:ext uri="{BB962C8B-B14F-4D97-AF65-F5344CB8AC3E}">
        <p14:creationId xmlns:p14="http://schemas.microsoft.com/office/powerpoint/2010/main" val="365731922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34" name="Google Shape;534;p58">
            <a:extLst xmlns:a="http://schemas.openxmlformats.org/drawingml/2006/main">
              <a:ext uri="{FF2B5EF4-FFF2-40B4-BE49-F238E27FC236}">
                <a16:creationId xmlns:a16="http://schemas.microsoft.com/office/drawing/2014/main" id="{92B9D060-8F6B-685E-C699-7CF3FDA228BA}"/>
              </a:ext>
            </a:extLst>
          </p:cNvPr>
          <p:cNvSpPr>
            <a:spLocks xmlns:a="http://schemas.openxmlformats.org/drawingml/2006/main" noGrp="1"/>
          </p:cNvSpPr>
          <p:nvPr>
            <p:ph idx="1"/>
          </p:nvPr>
        </p:nvSpPr>
        <p:spPr>
          <a:xfrm xmlns:a="http://schemas.openxmlformats.org/drawingml/2006/main">
            <a:off x="393700" y="1722684"/>
            <a:ext cx="5537200" cy="86542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rPr>
                <a:latin typeface="Inter"/>
                <a:ea typeface="Inter"/>
                <a:cs typeface="Inter"/>
              </a:rPr>
              <a:t>Mọi sản phẩm do AI tạo ra vẫn là bản nháp cho đến khi người đánh giá được chỉ định phê duyệt.</a:t>
            </a:r>
            <a:endParaRPr>
              <a:latin typeface="Inter"/>
              <a:ea typeface="Inter"/>
              <a:cs typeface="Inter"/>
            </a:endParaRPr>
          </a:p>
        </p:txBody>
      </p:sp>
      <p:sp>
        <p:nvSpPr>
          <p:cNvPr id="532" name="Google Shape;532;p58">
            <a:extLst xmlns:a="http://schemas.openxmlformats.org/drawingml/2006/main">
              <a:ext uri="{FF2B5EF4-FFF2-40B4-BE49-F238E27FC236}">
                <a16:creationId xmlns:a16="http://schemas.microsoft.com/office/drawing/2014/main" id="{787BCE7D-BEA2-12A4-00CE-1447A3C11BCB}"/>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00000000-1234-1234-1234-123412341234}" type="slidenum">
              <a:t>7</a:t>
            </a:fld>
            <a:endParaRPr/>
          </a:p>
        </p:txBody>
      </p:sp>
      <p:sp>
        <p:nvSpPr>
          <p:cNvPr id="533" name="Google Shape;533;p58">
            <a:extLst xmlns:a="http://schemas.openxmlformats.org/drawingml/2006/main">
              <a:ext uri="{FF2B5EF4-FFF2-40B4-BE49-F238E27FC236}">
                <a16:creationId xmlns:a16="http://schemas.microsoft.com/office/drawing/2014/main" id="{451E053B-8CD7-DAF7-BA60-B58D00D61D06}"/>
              </a:ext>
            </a:extLst>
          </p:cNvPr>
          <p:cNvSpPr>
            <a:spLocks xmlns:a="http://schemas.openxmlformats.org/drawingml/2006/main" noGrp="1"/>
          </p:cNvSpPr>
          <p:nvPr>
            <p:ph type="title" idx="0"/>
          </p:nvPr>
        </p:nvSpPr>
        <p:spPr>
          <a:xfrm xmlns:a="http://schemas.openxmlformats.org/drawingml/2006/main">
            <a:off x="393700" y="344008"/>
            <a:ext cx="7835900" cy="1040291"/>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Quy ước sử dụng AI có trách nhiệm</a:t>
            </a:r>
            <a:endParaRPr/>
          </a:p>
        </p:txBody>
      </p:sp>
      <p:sp>
        <p:nvSpPr>
          <p:cNvPr id="2" name="Content Placeholder 10">
            <a:extLst xmlns:a="http://schemas.openxmlformats.org/drawingml/2006/main">
              <a:ext uri="{FF2B5EF4-FFF2-40B4-BE49-F238E27FC236}">
                <a16:creationId xmlns:a16="http://schemas.microsoft.com/office/drawing/2014/main" id="{F1357382-F889-8A40-7C64-C4E276E66544}"/>
              </a:ext>
            </a:extLst>
          </p:cNvPr>
          <p:cNvSpPr>
            <a:spLocks xmlns:a="http://schemas.openxmlformats.org/drawingml/2006/main" noGrp="1"/>
          </p:cNvSpPr>
          <p:nvPr/>
        </p:nvSpPr>
        <p:spPr>
          <a:xfrm xmlns:a="http://schemas.openxmlformats.org/drawingml/2006/main">
            <a:off x="7886700" y="2990317"/>
            <a:ext cx="3911600" cy="54875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solidFill>
                  <a:prstClr val="black"/>
                </a:solidFill>
                <a:latin typeface="Inter"/>
                <a:ea typeface="Inter"/>
                <a:cs typeface="Inter"/>
              </a:rPr>
              <a:t>Dùng tài liệu nguồn đã phê duyệt</a:t>
            </a:r>
          </a:p>
        </p:txBody>
      </p:sp>
      <p:sp>
        <p:nvSpPr>
          <p:cNvPr id="3" name="Google Shape;340;p61">
            <a:extLst xmlns:a="http://schemas.openxmlformats.org/drawingml/2006/main">
              <a:ext uri="{FF2B5EF4-FFF2-40B4-BE49-F238E27FC236}">
                <a16:creationId xmlns:a16="http://schemas.microsoft.com/office/drawing/2014/main" id="{DECE1942-1885-9577-DF5F-685A8B1C7180}"/>
              </a:ext>
            </a:extLst>
          </p:cNvPr>
          <p:cNvSpPr>
            <a:spLocks xmlns:a="http://schemas.openxmlformats.org/drawingml/2006/main" noGrp="1"/>
          </p:cNvSpPr>
          <p:nvPr/>
        </p:nvSpPr>
        <p:spPr>
          <a:xfrm xmlns:a="http://schemas.openxmlformats.org/drawingml/2006/main">
            <a:off x="7507725" y="3015150"/>
            <a:ext cx="212551" cy="212470"/>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12" name="TextBox 11">
            <a:extLst xmlns:a="http://schemas.openxmlformats.org/drawingml/2006/main">
              <a:ext uri="{FF2B5EF4-FFF2-40B4-BE49-F238E27FC236}">
                <a16:creationId xmlns:a16="http://schemas.microsoft.com/office/drawing/2014/main" id="{70BD0609-EAC0-DFEC-8761-6C5A72DB268A}"/>
              </a:ext>
            </a:extLst>
          </p:cNvPr>
          <p:cNvSpPr>
            <a:spLocks xmlns:a="http://schemas.openxmlformats.org/drawingml/2006/main" noGrp="1"/>
          </p:cNvSpPr>
          <p:nvPr/>
        </p:nvSpPr>
        <p:spPr>
          <a:xfrm xmlns:a="http://schemas.openxmlformats.org/drawingml/2006/main">
            <a:off x="393700" y="2990316"/>
            <a:ext cx="5537200" cy="288463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pPr>
            <a:r>
              <a:rPr sz="1600" b="0" i="0" u="none" cap="none" spc="0">
                <a:ln>
                  <a:noFill/>
                </a:ln>
                <a:solidFill>
                  <a:prstClr val="black"/>
                </a:solidFill>
                <a:latin typeface="Inter"/>
                <a:ea typeface="Inter"/>
                <a:cs typeface="Inter"/>
              </a:rPr>
              <a:t>Bảo vệ dữ liệu môi trường vận hành, thông tin đăng nhập, dữ liệu cá nhân và tài liệu độc quyền.</a:t>
            </a:r>
          </a:p>
          <a:p xmlns:a="http://schemas.openxmlformats.org/drawingml/2006/main">
            <a:pPr marL="0" marR="0" lvl="0" indent="0" algn="l" defTabSz="914400">
              <a:lnSpc>
                <a:spcPct val="114000"/>
              </a:lnSpc>
              <a:spcBef>
                <a:spcPts val="0"/>
              </a:spcBef>
              <a:spcAft>
                <a:spcPts val="800"/>
              </a:spcAft>
              <a:buClrTx/>
              <a:buSzTx/>
              <a:buFont typeface="Arial"/>
              <a:buNone/>
            </a:pPr>
            <a:r>
              <a:rPr sz="1600" b="0" i="0" u="none" cap="none" spc="0">
                <a:ln>
                  <a:noFill/>
                </a:ln>
                <a:solidFill>
                  <a:prstClr val="black"/>
                </a:solidFill>
                <a:latin typeface="Inter"/>
                <a:ea typeface="Inter"/>
                <a:cs typeface="Inter"/>
              </a:rPr>
              <a:t/>
            </a:r>
          </a:p>
          <a:p xmlns:a="http://schemas.openxmlformats.org/drawingml/2006/main">
            <a:pPr marL="0" marR="0" lvl="0" indent="0" algn="l" defTabSz="914400">
              <a:lnSpc>
                <a:spcPct val="114000"/>
              </a:lnSpc>
              <a:spcBef>
                <a:spcPts val="0"/>
              </a:spcBef>
              <a:spcAft>
                <a:spcPts val="800"/>
              </a:spcAft>
              <a:buClrTx/>
              <a:buSzTx/>
              <a:buFont typeface="Arial"/>
              <a:buNone/>
            </a:pPr>
            <a:r>
              <a:rPr sz="1600" b="0" i="0" u="none" cap="none" spc="0">
                <a:ln>
                  <a:noFill/>
                </a:ln>
                <a:solidFill>
                  <a:prstClr val="black"/>
                </a:solidFill>
                <a:latin typeface="Inter"/>
                <a:ea typeface="Inter"/>
                <a:cs typeface="Inter"/>
              </a:rPr>
              <a:t>Tách biệt sự thật, giả định, câu hỏi và đề xuất.</a:t>
            </a:r>
          </a:p>
          <a:p xmlns:a="http://schemas.openxmlformats.org/drawingml/2006/main">
            <a:pPr marL="0" marR="0" lvl="0" indent="0" algn="l" defTabSz="914400">
              <a:lnSpc>
                <a:spcPct val="114000"/>
              </a:lnSpc>
              <a:spcBef>
                <a:spcPts val="0"/>
              </a:spcBef>
              <a:spcAft>
                <a:spcPts val="800"/>
              </a:spcAft>
              <a:buClrTx/>
              <a:buSzTx/>
              <a:buFont typeface="Arial"/>
              <a:buNone/>
            </a:pPr>
            <a:r>
              <a:rPr sz="1600" b="0" i="0" u="none" cap="none" spc="0">
                <a:ln>
                  <a:noFill/>
                </a:ln>
                <a:solidFill>
                  <a:prstClr val="black"/>
                </a:solidFill>
                <a:latin typeface="Inter"/>
                <a:ea typeface="Inter"/>
                <a:cs typeface="Inter"/>
              </a:rPr>
              <a:t/>
            </a:r>
          </a:p>
          <a:p xmlns:a="http://schemas.openxmlformats.org/drawingml/2006/main">
            <a:pPr marL="0" marR="0" lvl="0" indent="0" algn="l" defTabSz="914400">
              <a:lnSpc>
                <a:spcPct val="114000"/>
              </a:lnSpc>
              <a:spcBef>
                <a:spcPts val="0"/>
              </a:spcBef>
              <a:spcAft>
                <a:spcPts val="800"/>
              </a:spcAft>
              <a:buClrTx/>
              <a:buSzTx/>
              <a:buFont typeface="Arial"/>
              <a:buNone/>
            </a:pPr>
            <a:r>
              <a:rPr sz="1600" b="0" i="0" u="none" cap="none" spc="0">
                <a:ln>
                  <a:noFill/>
                </a:ln>
                <a:solidFill>
                  <a:prstClr val="black"/>
                </a:solidFill>
                <a:latin typeface="Inter"/>
                <a:ea typeface="Inter"/>
                <a:cs typeface="Inter"/>
              </a:rPr>
              <a:t>Ghi lại bộ nguồn, phiên bản câu lệnh, người đánh giá và kết quả đánh giá.</a:t>
            </a:r>
          </a:p>
        </p:txBody>
      </p:sp>
      <p:sp>
        <p:nvSpPr>
          <p:cNvPr id="16" name="Content Placeholder 10">
            <a:extLst xmlns:a="http://schemas.openxmlformats.org/drawingml/2006/main">
              <a:ext uri="{FF2B5EF4-FFF2-40B4-BE49-F238E27FC236}">
                <a16:creationId xmlns:a16="http://schemas.microsoft.com/office/drawing/2014/main" id="{01B260BF-9264-3C70-DF2D-2E6EA83AC133}"/>
              </a:ext>
            </a:extLst>
          </p:cNvPr>
          <p:cNvSpPr>
            <a:spLocks xmlns:a="http://schemas.openxmlformats.org/drawingml/2006/main" noGrp="1"/>
          </p:cNvSpPr>
          <p:nvPr/>
        </p:nvSpPr>
        <p:spPr>
          <a:xfrm xmlns:a="http://schemas.openxmlformats.org/drawingml/2006/main">
            <a:off x="7886700" y="3599916"/>
            <a:ext cx="3911600" cy="54875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solidFill>
                  <a:prstClr val="black"/>
                </a:solidFill>
                <a:latin typeface="Inter"/>
                <a:ea typeface="Inter"/>
                <a:cs typeface="Inter"/>
              </a:rPr>
              <a:t>Trích dẫn mã yêu cầu hoặc quy tắc</a:t>
            </a:r>
          </a:p>
        </p:txBody>
      </p:sp>
      <p:sp>
        <p:nvSpPr>
          <p:cNvPr id="17" name="Google Shape;340;p61">
            <a:extLst xmlns:a="http://schemas.openxmlformats.org/drawingml/2006/main">
              <a:ext uri="{FF2B5EF4-FFF2-40B4-BE49-F238E27FC236}">
                <a16:creationId xmlns:a16="http://schemas.microsoft.com/office/drawing/2014/main" id="{A6CF1E9A-BF4C-E7B2-D556-8AB5FB2B65F0}"/>
              </a:ext>
            </a:extLst>
          </p:cNvPr>
          <p:cNvSpPr>
            <a:spLocks xmlns:a="http://schemas.openxmlformats.org/drawingml/2006/main" noGrp="1"/>
          </p:cNvSpPr>
          <p:nvPr/>
        </p:nvSpPr>
        <p:spPr>
          <a:xfrm xmlns:a="http://schemas.openxmlformats.org/drawingml/2006/main">
            <a:off x="7507725" y="3624749"/>
            <a:ext cx="212551" cy="212470"/>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18" name="Content Placeholder 10">
            <a:extLst xmlns:a="http://schemas.openxmlformats.org/drawingml/2006/main">
              <a:ext uri="{FF2B5EF4-FFF2-40B4-BE49-F238E27FC236}">
                <a16:creationId xmlns:a16="http://schemas.microsoft.com/office/drawing/2014/main" id="{FE696631-18B5-8115-E5AD-ACCFD6221418}"/>
              </a:ext>
            </a:extLst>
          </p:cNvPr>
          <p:cNvSpPr>
            <a:spLocks xmlns:a="http://schemas.openxmlformats.org/drawingml/2006/main" noGrp="1"/>
          </p:cNvSpPr>
          <p:nvPr/>
        </p:nvSpPr>
        <p:spPr>
          <a:xfrm xmlns:a="http://schemas.openxmlformats.org/drawingml/2006/main">
            <a:off x="7886700" y="4214765"/>
            <a:ext cx="3911600" cy="54875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solidFill>
                  <a:prstClr val="black"/>
                </a:solidFill>
                <a:latin typeface="Inter"/>
                <a:ea typeface="Inter"/>
                <a:cs typeface="Inter"/>
              </a:rPr>
              <a:t>Ghi Chưa xác định cho phần còn thiếu</a:t>
            </a:r>
          </a:p>
        </p:txBody>
      </p:sp>
      <p:sp>
        <p:nvSpPr>
          <p:cNvPr id="19" name="Google Shape;340;p61">
            <a:extLst xmlns:a="http://schemas.openxmlformats.org/drawingml/2006/main">
              <a:ext uri="{FF2B5EF4-FFF2-40B4-BE49-F238E27FC236}">
                <a16:creationId xmlns:a16="http://schemas.microsoft.com/office/drawing/2014/main" id="{6ECBDA1E-6C7D-6B0F-A430-DF8A0965C58D}"/>
              </a:ext>
            </a:extLst>
          </p:cNvPr>
          <p:cNvSpPr>
            <a:spLocks xmlns:a="http://schemas.openxmlformats.org/drawingml/2006/main" noGrp="1"/>
          </p:cNvSpPr>
          <p:nvPr/>
        </p:nvSpPr>
        <p:spPr>
          <a:xfrm xmlns:a="http://schemas.openxmlformats.org/drawingml/2006/main">
            <a:off x="7507725" y="4239598"/>
            <a:ext cx="212551" cy="212470"/>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20" name="Content Placeholder 10">
            <a:extLst xmlns:a="http://schemas.openxmlformats.org/drawingml/2006/main">
              <a:ext uri="{FF2B5EF4-FFF2-40B4-BE49-F238E27FC236}">
                <a16:creationId xmlns:a16="http://schemas.microsoft.com/office/drawing/2014/main" id="{9FC4B09F-4593-687E-52A3-7E683F7FE9E4}"/>
              </a:ext>
            </a:extLst>
          </p:cNvPr>
          <p:cNvSpPr>
            <a:spLocks xmlns:a="http://schemas.openxmlformats.org/drawingml/2006/main" noGrp="1"/>
          </p:cNvSpPr>
          <p:nvPr/>
        </p:nvSpPr>
        <p:spPr>
          <a:xfrm xmlns:a="http://schemas.openxmlformats.org/drawingml/2006/main">
            <a:off x="7886700" y="4824364"/>
            <a:ext cx="3911600" cy="54875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solidFill>
                  <a:prstClr val="black"/>
                </a:solidFill>
                <a:latin typeface="Inter"/>
                <a:ea typeface="Inter"/>
                <a:cs typeface="Inter"/>
              </a:rPr>
              <a:t>Kiểm chứng bằng phép kiểm tra xác định</a:t>
            </a:r>
          </a:p>
        </p:txBody>
      </p:sp>
      <p:sp>
        <p:nvSpPr>
          <p:cNvPr id="21" name="Google Shape;340;p61">
            <a:extLst xmlns:a="http://schemas.openxmlformats.org/drawingml/2006/main">
              <a:ext uri="{FF2B5EF4-FFF2-40B4-BE49-F238E27FC236}">
                <a16:creationId xmlns:a16="http://schemas.microsoft.com/office/drawing/2014/main" id="{006032E6-DDFC-FA22-4D08-3BFFC755BB8D}"/>
              </a:ext>
            </a:extLst>
          </p:cNvPr>
          <p:cNvSpPr>
            <a:spLocks xmlns:a="http://schemas.openxmlformats.org/drawingml/2006/main" noGrp="1"/>
          </p:cNvSpPr>
          <p:nvPr/>
        </p:nvSpPr>
        <p:spPr>
          <a:xfrm xmlns:a="http://schemas.openxmlformats.org/drawingml/2006/main">
            <a:off x="7507725" y="4849197"/>
            <a:ext cx="212551" cy="212470"/>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23" name="Content Placeholder 10">
            <a:extLst xmlns:a="http://schemas.openxmlformats.org/drawingml/2006/main">
              <a:ext uri="{FF2B5EF4-FFF2-40B4-BE49-F238E27FC236}">
                <a16:creationId xmlns:a16="http://schemas.microsoft.com/office/drawing/2014/main" id="{EDAB1F81-E12B-29DC-E09F-27F129E42AE8}"/>
              </a:ext>
            </a:extLst>
          </p:cNvPr>
          <p:cNvSpPr>
            <a:spLocks xmlns:a="http://schemas.openxmlformats.org/drawingml/2006/main" noGrp="1"/>
          </p:cNvSpPr>
          <p:nvPr/>
        </p:nvSpPr>
        <p:spPr>
          <a:xfrm xmlns:a="http://schemas.openxmlformats.org/drawingml/2006/main">
            <a:off x="7886700" y="5446664"/>
            <a:ext cx="3911600" cy="54875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solidFill>
                  <a:prstClr val="black"/>
                </a:solidFill>
                <a:latin typeface="Inter"/>
                <a:ea typeface="Inter"/>
                <a:cs typeface="Inter"/>
              </a:rPr>
              <a:t>Lưu vết phê duyệt của con người</a:t>
            </a:r>
          </a:p>
        </p:txBody>
      </p:sp>
      <p:sp>
        <p:nvSpPr>
          <p:cNvPr id="24" name="Google Shape;340;p61">
            <a:extLst xmlns:a="http://schemas.openxmlformats.org/drawingml/2006/main">
              <a:ext uri="{FF2B5EF4-FFF2-40B4-BE49-F238E27FC236}">
                <a16:creationId xmlns:a16="http://schemas.microsoft.com/office/drawing/2014/main" id="{A052337A-4696-49F7-A089-E21DA71AD3B2}"/>
              </a:ext>
            </a:extLst>
          </p:cNvPr>
          <p:cNvSpPr>
            <a:spLocks xmlns:a="http://schemas.openxmlformats.org/drawingml/2006/main" noGrp="1"/>
          </p:cNvSpPr>
          <p:nvPr/>
        </p:nvSpPr>
        <p:spPr>
          <a:xfrm xmlns:a="http://schemas.openxmlformats.org/drawingml/2006/main">
            <a:off x="7507725" y="5471497"/>
            <a:ext cx="212551" cy="212470"/>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4" name="Footer Placeholder 3">
            <a:extLst xmlns:a="http://schemas.openxmlformats.org/drawingml/2006/main">
              <a:ext uri="{FF2B5EF4-FFF2-40B4-BE49-F238E27FC236}">
                <a16:creationId xmlns:a16="http://schemas.microsoft.com/office/drawing/2014/main" id="{8C44867F-CEA9-06EF-47ED-8F63A6DAE692}"/>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t>AIQE ARTD</a:t>
            </a:r>
            <a:endParaRPr sz="1100"/>
          </a:p>
        </p:txBody>
      </p:sp>
    </p:spTree>
    <p:extLst>
      <p:ext uri="{BB962C8B-B14F-4D97-AF65-F5344CB8AC3E}">
        <p14:creationId xmlns:p14="http://schemas.microsoft.com/office/powerpoint/2010/main" val="333187913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52A30403-4B2D-2E15-7A2F-51A6DF6BE5D5}"/>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00000000-1234-1234-1234-123412341234}" type="slidenum">
              <a:t>8</a:t>
            </a:fld>
            <a:endParaRPr/>
          </a:p>
        </p:txBody>
      </p:sp>
      <p:sp>
        <p:nvSpPr>
          <p:cNvPr id="533" name="Google Shape;533;p58">
            <a:extLst xmlns:a="http://schemas.openxmlformats.org/drawingml/2006/main">
              <a:ext uri="{FF2B5EF4-FFF2-40B4-BE49-F238E27FC236}">
                <a16:creationId xmlns:a16="http://schemas.microsoft.com/office/drawing/2014/main" id="{0A2BB6CD-1085-4638-68F3-7000FD29EA07}"/>
              </a:ext>
            </a:extLst>
          </p:cNvPr>
          <p:cNvSpPr>
            <a:spLocks xmlns:a="http://schemas.openxmlformats.org/drawingml/2006/main" noGrp="1"/>
          </p:cNvSpPr>
          <p:nvPr>
            <p:ph type="title" idx="0"/>
          </p:nvPr>
        </p:nvSpPr>
        <p:spPr>
          <a:xfrm xmlns:a="http://schemas.openxmlformats.org/drawingml/2006/main">
            <a:off x="393700" y="344009"/>
            <a:ext cx="11404600" cy="581584"/>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Đầu ra có căn cứ và đầu ra không an toàn</a:t>
            </a:r>
            <a:endParaRPr/>
          </a:p>
        </p:txBody>
      </p:sp>
      <p:sp>
        <p:nvSpPr>
          <p:cNvPr id="2" name="Rounded Rectangle 1">
            <a:extLst xmlns:a="http://schemas.openxmlformats.org/drawingml/2006/main">
              <a:ext uri="{FF2B5EF4-FFF2-40B4-BE49-F238E27FC236}">
                <a16:creationId xmlns:a16="http://schemas.microsoft.com/office/drawing/2014/main" id="{390FBCE0-CCE2-0D7F-19D7-0DA59E2FBD28}"/>
              </a:ext>
            </a:extLst>
          </p:cNvPr>
          <p:cNvSpPr>
            <a:spLocks xmlns:a="http://schemas.openxmlformats.org/drawingml/2006/main" noGrp="1"/>
          </p:cNvSpPr>
          <p:nvPr/>
        </p:nvSpPr>
        <p:spPr>
          <a:xfrm xmlns:a="http://schemas.openxmlformats.org/drawingml/2006/main">
            <a:off x="397013" y="3025321"/>
            <a:ext cx="5533887" cy="1320801"/>
          </a:xfrm>
          <a:prstGeom xmlns:a="http://schemas.openxmlformats.org/drawingml/2006/main" prst="roundRect">
            <a:avLst>
              <a:gd name="adj" fmla="val 0"/>
            </a:avLst>
          </a:prstGeom>
          <a:solidFill xmlns:a="http://schemas.openxmlformats.org/drawingml/2006/main">
            <a:schemeClr val="accent5">
              <a:lumMod val="40000"/>
              <a:lumOff val="6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Content Placeholder 10">
            <a:extLst xmlns:a="http://schemas.openxmlformats.org/drawingml/2006/main">
              <a:ext uri="{FF2B5EF4-FFF2-40B4-BE49-F238E27FC236}">
                <a16:creationId xmlns:a16="http://schemas.microsoft.com/office/drawing/2014/main" id="{31291836-42DE-4BA2-7C66-683137F113DF}"/>
              </a:ext>
            </a:extLst>
          </p:cNvPr>
          <p:cNvSpPr>
            <a:spLocks xmlns:a="http://schemas.openxmlformats.org/drawingml/2006/main" noGrp="1"/>
          </p:cNvSpPr>
          <p:nvPr/>
        </p:nvSpPr>
        <p:spPr>
          <a:xfrm xmlns:a="http://schemas.openxmlformats.org/drawingml/2006/main">
            <a:off x="694248" y="3274205"/>
            <a:ext cx="4986886" cy="877788"/>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solidFill>
                  <a:prstClr val="black"/>
                </a:solidFill>
                <a:latin typeface="Helvetica Neue"/>
                <a:ea typeface="Helvetica Neue"/>
                <a:cs typeface="Helvetica Neue"/>
              </a:rPr>
              <a:t>Đầu ra có căn cứ</a:t>
            </a:r>
          </a:p>
          <a:p xmlns:a="http://schemas.openxmlformats.org/drawingml/2006/main">
            <a:pPr marL="0" indent="0">
              <a:lnSpc>
                <a:spcPct val="110000"/>
              </a:lnSpc>
              <a:spcBef>
                <a:spcPts val="0"/>
              </a:spcBef>
              <a:buFontTx/>
              <a:buNone/>
            </a:pPr>
            <a:r>
              <a:rPr sz="1600">
                <a:solidFill>
                  <a:prstClr val="black"/>
                </a:solidFill>
                <a:latin typeface="Helvetica Neue"/>
                <a:ea typeface="Helvetica Neue"/>
                <a:cs typeface="Helvetica Neue"/>
              </a:rPr>
              <a:t>Yêu cầu R-14 chưa xác định giới hạn thử lại. Hãy hỏi chủ sở hữu dịch vụ.</a:t>
            </a:r>
          </a:p>
        </p:txBody>
      </p:sp>
      <p:sp>
        <p:nvSpPr>
          <p:cNvPr id="4" name="Content Placeholder 15">
            <a:extLst xmlns:a="http://schemas.openxmlformats.org/drawingml/2006/main">
              <a:ext uri="{FF2B5EF4-FFF2-40B4-BE49-F238E27FC236}">
                <a16:creationId xmlns:a16="http://schemas.microsoft.com/office/drawing/2014/main" id="{3D399E38-72C8-159B-DE08-FC689A75B5E9}"/>
              </a:ext>
            </a:extLst>
          </p:cNvPr>
          <p:cNvSpPr>
            <a:spLocks xmlns:a="http://schemas.openxmlformats.org/drawingml/2006/main" noGrp="1"/>
          </p:cNvSpPr>
          <p:nvPr/>
        </p:nvSpPr>
        <p:spPr>
          <a:xfrm xmlns:a="http://schemas.openxmlformats.org/drawingml/2006/main">
            <a:off x="694248" y="4514850"/>
            <a:ext cx="5236652" cy="9779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28600" lvl="0" indent="-228600">
              <a:lnSpc>
                <a:spcPct val="114000"/>
              </a:lnSpc>
              <a:spcBef>
                <a:spcPts val="0"/>
              </a:spcBef>
              <a:spcAft>
                <a:spcPts val="600"/>
              </a:spcAft>
              <a:buFont typeface="Arial"/>
              <a:buChar char="•"/>
            </a:pPr>
            <a:r>
              <a:rPr sz="1400">
                <a:solidFill>
                  <a:prstClr val="black"/>
                </a:solidFill>
                <a:latin typeface="Helvetica Neue"/>
                <a:ea typeface="Helvetica Neue"/>
                <a:cs typeface="Helvetica Neue"/>
              </a:rPr>
              <a:t>Trích dẫn nguồn</a:t>
            </a:r>
          </a:p>
          <a:p xmlns:a="http://schemas.openxmlformats.org/drawingml/2006/main">
            <a:pPr marL="228600" lvl="0" indent="-228600">
              <a:lnSpc>
                <a:spcPct val="114000"/>
              </a:lnSpc>
              <a:spcBef>
                <a:spcPts val="0"/>
              </a:spcBef>
              <a:spcAft>
                <a:spcPts val="600"/>
              </a:spcAft>
              <a:buFont typeface="Arial"/>
              <a:buChar char="•"/>
            </a:pPr>
            <a:r>
              <a:rPr sz="1400">
                <a:solidFill>
                  <a:prstClr val="black"/>
                </a:solidFill>
                <a:latin typeface="Helvetica Neue"/>
                <a:ea typeface="Helvetica Neue"/>
                <a:cs typeface="Helvetica Neue"/>
              </a:rPr>
              <a:t>Nêu rõ điểm chưa chắc chắn</a:t>
            </a:r>
          </a:p>
          <a:p xmlns:a="http://schemas.openxmlformats.org/drawingml/2006/main">
            <a:pPr marL="228600" lvl="0" indent="-228600">
              <a:lnSpc>
                <a:spcPct val="114000"/>
              </a:lnSpc>
              <a:spcBef>
                <a:spcPts val="0"/>
              </a:spcBef>
              <a:spcAft>
                <a:spcPts val="600"/>
              </a:spcAft>
              <a:buFont typeface="Arial"/>
              <a:buChar char="•"/>
            </a:pPr>
            <a:r>
              <a:rPr sz="1400">
                <a:solidFill>
                  <a:prstClr val="black"/>
                </a:solidFill>
                <a:latin typeface="Helvetica Neue"/>
                <a:ea typeface="Helvetica Neue"/>
                <a:cs typeface="Helvetica Neue"/>
              </a:rPr>
              <a:t>Quyết định của con người</a:t>
            </a:r>
          </a:p>
        </p:txBody>
      </p:sp>
      <p:sp>
        <p:nvSpPr>
          <p:cNvPr id="8" name="Rounded Rectangle 7">
            <a:extLst xmlns:a="http://schemas.openxmlformats.org/drawingml/2006/main">
              <a:ext uri="{FF2B5EF4-FFF2-40B4-BE49-F238E27FC236}">
                <a16:creationId xmlns:a16="http://schemas.microsoft.com/office/drawing/2014/main" id="{5E1586E9-BDFD-E84E-20C0-875E339DC80D}"/>
              </a:ext>
            </a:extLst>
          </p:cNvPr>
          <p:cNvSpPr>
            <a:spLocks xmlns:a="http://schemas.openxmlformats.org/drawingml/2006/main" noGrp="1"/>
          </p:cNvSpPr>
          <p:nvPr/>
        </p:nvSpPr>
        <p:spPr>
          <a:xfrm xmlns:a="http://schemas.openxmlformats.org/drawingml/2006/main">
            <a:off x="6260785" y="3025321"/>
            <a:ext cx="5533887" cy="1320801"/>
          </a:xfrm>
          <a:prstGeom xmlns:a="http://schemas.openxmlformats.org/drawingml/2006/main" prst="roundRect">
            <a:avLst>
              <a:gd name="adj" fmla="val 0"/>
            </a:avLst>
          </a:prstGeom>
          <a:solidFill xmlns:a="http://schemas.openxmlformats.org/drawingml/2006/main">
            <a:schemeClr val="accent5">
              <a:lumMod val="40000"/>
              <a:lumOff val="6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Content Placeholder 10">
            <a:extLst xmlns:a="http://schemas.openxmlformats.org/drawingml/2006/main">
              <a:ext uri="{FF2B5EF4-FFF2-40B4-BE49-F238E27FC236}">
                <a16:creationId xmlns:a16="http://schemas.microsoft.com/office/drawing/2014/main" id="{BDE93465-12EE-49A8-048B-A3C97C2DFE3D}"/>
              </a:ext>
            </a:extLst>
          </p:cNvPr>
          <p:cNvSpPr>
            <a:spLocks xmlns:a="http://schemas.openxmlformats.org/drawingml/2006/main" noGrp="1"/>
          </p:cNvSpPr>
          <p:nvPr/>
        </p:nvSpPr>
        <p:spPr>
          <a:xfrm xmlns:a="http://schemas.openxmlformats.org/drawingml/2006/main">
            <a:off x="6558020" y="3274205"/>
            <a:ext cx="4986886" cy="877788"/>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solidFill>
                  <a:prstClr val="black"/>
                </a:solidFill>
                <a:latin typeface="Helvetica Neue"/>
                <a:ea typeface="Helvetica Neue"/>
                <a:cs typeface="Helvetica Neue"/>
              </a:rPr>
              <a:t>Đầu ra không an toàn</a:t>
            </a:r>
          </a:p>
          <a:p xmlns:a="http://schemas.openxmlformats.org/drawingml/2006/main">
            <a:pPr marL="0" indent="0">
              <a:lnSpc>
                <a:spcPct val="110000"/>
              </a:lnSpc>
              <a:spcBef>
                <a:spcPts val="0"/>
              </a:spcBef>
              <a:buFontTx/>
              <a:buNone/>
            </a:pPr>
            <a:r>
              <a:rPr sz="1600">
                <a:solidFill>
                  <a:prstClr val="black"/>
                </a:solidFill>
                <a:latin typeface="Helvetica Neue"/>
                <a:ea typeface="Helvetica Neue"/>
                <a:cs typeface="Helvetica Neue"/>
              </a:rPr>
              <a:t>Dịch vụ thử lại ba lần vì đây là cách thường gặp.</a:t>
            </a:r>
          </a:p>
        </p:txBody>
      </p:sp>
      <p:sp>
        <p:nvSpPr>
          <p:cNvPr id="13" name="Content Placeholder 15">
            <a:extLst xmlns:a="http://schemas.openxmlformats.org/drawingml/2006/main">
              <a:ext uri="{FF2B5EF4-FFF2-40B4-BE49-F238E27FC236}">
                <a16:creationId xmlns:a16="http://schemas.microsoft.com/office/drawing/2014/main" id="{0F1EA821-AA26-C1FC-F948-D100ABDE2920}"/>
              </a:ext>
            </a:extLst>
          </p:cNvPr>
          <p:cNvSpPr>
            <a:spLocks xmlns:a="http://schemas.openxmlformats.org/drawingml/2006/main" noGrp="1"/>
          </p:cNvSpPr>
          <p:nvPr/>
        </p:nvSpPr>
        <p:spPr>
          <a:xfrm xmlns:a="http://schemas.openxmlformats.org/drawingml/2006/main">
            <a:off x="6558020" y="4514850"/>
            <a:ext cx="5236652" cy="9779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28600" lvl="0" indent="-228600">
              <a:lnSpc>
                <a:spcPct val="114000"/>
              </a:lnSpc>
              <a:spcBef>
                <a:spcPts val="0"/>
              </a:spcBef>
              <a:spcAft>
                <a:spcPts val="600"/>
              </a:spcAft>
              <a:buFont typeface="Arial"/>
              <a:buChar char="•"/>
            </a:pPr>
            <a:r>
              <a:rPr sz="1400">
                <a:solidFill>
                  <a:prstClr val="black"/>
                </a:solidFill>
                <a:latin typeface="Helvetica Neue"/>
                <a:ea typeface="Helvetica Neue"/>
                <a:cs typeface="Helvetica Neue"/>
              </a:rPr>
              <a:t>Hành vi tự suy diễn</a:t>
            </a:r>
          </a:p>
          <a:p xmlns:a="http://schemas.openxmlformats.org/drawingml/2006/main">
            <a:pPr marL="228600" lvl="0" indent="-228600">
              <a:lnSpc>
                <a:spcPct val="114000"/>
              </a:lnSpc>
              <a:spcBef>
                <a:spcPts val="0"/>
              </a:spcBef>
              <a:spcAft>
                <a:spcPts val="600"/>
              </a:spcAft>
              <a:buFont typeface="Arial"/>
              <a:buChar char="•"/>
            </a:pPr>
            <a:r>
              <a:rPr sz="1400">
                <a:solidFill>
                  <a:prstClr val="black"/>
                </a:solidFill>
                <a:latin typeface="Helvetica Neue"/>
                <a:ea typeface="Helvetica Neue"/>
                <a:cs typeface="Helvetica Neue"/>
              </a:rPr>
              <a:t>Tự tin sai lệch</a:t>
            </a:r>
          </a:p>
          <a:p xmlns:a="http://schemas.openxmlformats.org/drawingml/2006/main">
            <a:pPr marL="228600" lvl="0" indent="-228600">
              <a:lnSpc>
                <a:spcPct val="114000"/>
              </a:lnSpc>
              <a:spcBef>
                <a:spcPts val="0"/>
              </a:spcBef>
              <a:spcAft>
                <a:spcPts val="600"/>
              </a:spcAft>
              <a:buFont typeface="Arial"/>
              <a:buChar char="•"/>
            </a:pPr>
            <a:r>
              <a:rPr sz="1400">
                <a:solidFill>
                  <a:prstClr val="black"/>
                </a:solidFill>
                <a:latin typeface="Helvetica Neue"/>
                <a:ea typeface="Helvetica Neue"/>
                <a:cs typeface="Helvetica Neue"/>
              </a:rPr>
              <a:t>Không có bằng chứng</a:t>
            </a:r>
          </a:p>
        </p:txBody>
      </p:sp>
      <p:sp>
        <p:nvSpPr>
          <p:cNvPr id="14" name="Content Placeholder 15">
            <a:extLst xmlns:a="http://schemas.openxmlformats.org/drawingml/2006/main">
              <a:ext uri="{FF2B5EF4-FFF2-40B4-BE49-F238E27FC236}">
                <a16:creationId xmlns:a16="http://schemas.microsoft.com/office/drawing/2014/main" id="{53566714-9098-3B48-6D62-954DC695F743}"/>
              </a:ext>
            </a:extLst>
          </p:cNvPr>
          <p:cNvSpPr>
            <a:spLocks xmlns:a="http://schemas.openxmlformats.org/drawingml/2006/main" noGrp="1"/>
          </p:cNvSpPr>
          <p:nvPr/>
        </p:nvSpPr>
        <p:spPr>
          <a:xfrm xmlns:a="http://schemas.openxmlformats.org/drawingml/2006/main">
            <a:off x="400939" y="1157513"/>
            <a:ext cx="11404599" cy="162922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pPr>
            <a:r>
              <a:rPr sz="1800">
                <a:solidFill>
                  <a:prstClr val="black"/>
                </a:solidFill>
                <a:latin typeface="Helvetica Neue Medium"/>
                <a:ea typeface="Helvetica Neue Medium"/>
                <a:cs typeface="Helvetica Neue Medium"/>
              </a:rPr>
              <a:t>Quy tắc đánh giá</a:t>
            </a:r>
          </a:p>
          <a:p xmlns:a="http://schemas.openxmlformats.org/drawingml/2006/main">
            <a:pPr>
              <a:lnSpc>
                <a:spcPct val="114000"/>
              </a:lnSpc>
              <a:spcBef>
                <a:spcPts val="0"/>
              </a:spcBef>
              <a:spcAft>
                <a:spcPts val="600"/>
              </a:spcAft>
              <a:buNone/>
            </a:pPr>
            <a:r>
              <a:rPr>
                <a:solidFill>
                  <a:prstClr val="black"/>
                </a:solidFill>
                <a:latin typeface="Helvetica Neue"/>
                <a:ea typeface="Helvetica Neue"/>
                <a:cs typeface="Helvetica Neue"/>
              </a:rPr>
              <a:t>Mô hình có thể phân tích dữ kiện được cung cấp và chỉ ra khoảng trống. Hành vi còn thiếu phải trở thành câu hỏi, không phải câu trả lời tự suy diễn.</a:t>
            </a:r>
          </a:p>
        </p:txBody>
      </p:sp>
      <p:sp>
        <p:nvSpPr>
          <p:cNvPr id="26" name="Content Placeholder 15">
            <a:extLst xmlns:a="http://schemas.openxmlformats.org/drawingml/2006/main">
              <a:ext uri="{FF2B5EF4-FFF2-40B4-BE49-F238E27FC236}">
                <a16:creationId xmlns:a16="http://schemas.microsoft.com/office/drawing/2014/main" id="{E7F409CA-A992-D5A3-DF49-49CFA53E418B}"/>
              </a:ext>
            </a:extLst>
          </p:cNvPr>
          <p:cNvSpPr>
            <a:spLocks xmlns:a="http://schemas.openxmlformats.org/drawingml/2006/main" noGrp="1"/>
          </p:cNvSpPr>
          <p:nvPr/>
        </p:nvSpPr>
        <p:spPr>
          <a:xfrm xmlns:a="http://schemas.openxmlformats.org/drawingml/2006/main">
            <a:off x="400939" y="5617936"/>
            <a:ext cx="11404599" cy="529823"/>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pPr>
            <a:r>
              <a:rPr>
                <a:solidFill>
                  <a:prstClr val="black"/>
                </a:solidFill>
                <a:latin typeface="Helvetica Neue"/>
                <a:ea typeface="Helvetica Neue"/>
                <a:cs typeface="Helvetica Neue"/>
              </a:rPr>
              <a:t>Câu hỏi đánh giá: Người khác có thể truy vết mọi nhận định quan trọng về bằng chứng hay không?</a:t>
            </a:r>
          </a:p>
        </p:txBody>
      </p:sp>
      <p:sp>
        <p:nvSpPr>
          <p:cNvPr id="5" name="Footer Placeholder 4">
            <a:extLst xmlns:a="http://schemas.openxmlformats.org/drawingml/2006/main">
              <a:ext uri="{FF2B5EF4-FFF2-40B4-BE49-F238E27FC236}">
                <a16:creationId xmlns:a16="http://schemas.microsoft.com/office/drawing/2014/main" id="{02BAAA24-F157-F288-22D7-97AEA157EFE2}"/>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t>AIQE ARTD</a:t>
            </a:r>
            <a:endParaRPr sz="1100"/>
          </a:p>
        </p:txBody>
      </p:sp>
    </p:spTree>
    <p:extLst>
      <p:ext uri="{BB962C8B-B14F-4D97-AF65-F5344CB8AC3E}">
        <p14:creationId xmlns:p14="http://schemas.microsoft.com/office/powerpoint/2010/main" val="346245865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00000000-1234-1234-1234-123412341234}" type="slidenum">
              <a:t>9</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9"/>
            <a:ext cx="7835900" cy="581584"/>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Lộ trình khóa học</a:t>
            </a:r>
            <a:endParaRPr/>
          </a:p>
        </p:txBody>
      </p:sp>
      <p:sp>
        <p:nvSpPr>
          <p:cNvPr id="14" name="Content Placeholder 15">
            <a:extLst xmlns:a="http://schemas.openxmlformats.org/drawingml/2006/main">
              <a:ext uri="{FF2B5EF4-FFF2-40B4-BE49-F238E27FC236}">
                <a16:creationId xmlns:a16="http://schemas.microsoft.com/office/drawing/2014/main" id="{D81689CF-E5CF-3072-801D-DC2D321D4955}"/>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pPr>
            <a:r>
              <a:rPr sz="1800">
                <a:solidFill>
                  <a:prstClr val="black"/>
                </a:solidFill>
                <a:latin typeface="Helvetica Neue Medium"/>
                <a:ea typeface="Helvetica Neue Medium"/>
                <a:cs typeface="Helvetica Neue Medium"/>
              </a:rPr>
              <a:t>Sáu sản phẩm liên kết tạo thành một bộ bài tổng kết.</a:t>
            </a:r>
          </a:p>
        </p:txBody>
      </p:sp>
      <p:graphicFrame>
        <p:nvGraphicFramePr>
          <p:cNvPr id="538" name="Google Shape;644;p93"/>
          <p:cNvGraphicFramePr/>
          <p:nvPr/>
        </p:nvGraphicFramePr>
        <p:xfrm>
          <a:off xmlns:a="http://schemas.openxmlformats.org/drawingml/2006/main" x="393700" y="2251080"/>
          <a:ext xmlns:a="http://schemas.openxmlformats.org/drawingml/2006/main" cx="11404599" cy="3932614"/>
        </p:xfrm>
        <a:graphic xmlns:a="http://schemas.openxmlformats.org/drawingml/2006/main">
          <a:graphicData uri="http://schemas.openxmlformats.org/drawingml/2006/table">
            <a:tbl>
              <a:tblPr firstRow="1"/>
              <a:tblGrid>
                <a:gridCol w="3906063"/>
                <a:gridCol w="1874634"/>
                <a:gridCol w="1874634"/>
                <a:gridCol w="1874634"/>
                <a:gridCol w="1874634"/>
              </a:tblGrid>
              <a:tr h="437022">
                <a:tc>
                  <a:txBody>
                    <a:bodyPr/>
                    <a:lstStyle/>
                    <a:p>
                      <a:pPr marL="0" lvl="0" indent="0" algn="l">
                        <a:lnSpc>
                          <a:spcPct val="110000"/>
                        </a:lnSpc>
                        <a:spcBef>
                          <a:spcPts val="0"/>
                        </a:spcBef>
                        <a:spcAft>
                          <a:spcPts val="700"/>
                        </a:spcAft>
                        <a:buNone/>
                      </a:pPr>
                      <a:r>
                        <a:rPr sz="1400" b="1">
                          <a:solidFill>
                            <a:schemeClr val="accent5">
                              <a:lumMod val="50000"/>
                            </a:schemeClr>
                          </a:solidFill>
                          <a:latin typeface="+mn-lt"/>
                          <a:ea typeface="+mn-lt"/>
                          <a:cs typeface="+mn-lt"/>
                        </a:rPr>
                        <a:t>Giai đoạn</a:t>
                      </a:r>
                      <a:endParaRPr sz="1400" b="1">
                        <a:solidFill>
                          <a:schemeClr val="accent5">
                            <a:lumMod val="50000"/>
                          </a:schemeClr>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tcPr>
                </a:tc>
                <a:tc>
                  <a:txBody>
                    <a:bodyPr/>
                    <a:lstStyle/>
                    <a:p>
                      <a:pPr marL="0" lvl="0" indent="0" algn="l">
                        <a:lnSpc>
                          <a:spcPct val="110000"/>
                        </a:lnSpc>
                        <a:spcBef>
                          <a:spcPts val="0"/>
                        </a:spcBef>
                        <a:spcAft>
                          <a:spcPts val="700"/>
                        </a:spcAft>
                        <a:buClr>
                          <a:srgbClr val="000000"/>
                        </a:buClr>
                        <a:buSzPts val="1200"/>
                        <a:buFont typeface="Arial"/>
                        <a:buNone/>
                      </a:pPr>
                      <a:r>
                        <a:rPr sz="1400" b="1">
                          <a:solidFill>
                            <a:schemeClr val="accent5">
                              <a:lumMod val="50000"/>
                            </a:schemeClr>
                          </a:solidFill>
                          <a:latin typeface="+mn-lt"/>
                          <a:ea typeface="+mn-lt"/>
                          <a:cs typeface="+mn-lt"/>
                        </a:rPr>
                        <a:t>Trọng tâm</a:t>
                      </a:r>
                      <a:endParaRPr sz="1400" b="1">
                        <a:solidFill>
                          <a:schemeClr val="accent5">
                            <a:lumMod val="50000"/>
                          </a:schemeClr>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tcPr>
                </a:tc>
                <a:tc>
                  <a:txBody>
                    <a:bodyPr/>
                    <a:lstStyle/>
                    <a:p>
                      <a:pPr marL="0" lvl="0" indent="0" algn="l">
                        <a:lnSpc>
                          <a:spcPct val="110000"/>
                        </a:lnSpc>
                        <a:spcBef>
                          <a:spcPts val="0"/>
                        </a:spcBef>
                        <a:spcAft>
                          <a:spcPts val="700"/>
                        </a:spcAft>
                        <a:buNone/>
                      </a:pPr>
                      <a:r>
                        <a:rPr sz="1400" b="1">
                          <a:solidFill>
                            <a:schemeClr val="accent5">
                              <a:lumMod val="50000"/>
                            </a:schemeClr>
                          </a:solidFill>
                          <a:latin typeface="+mn-lt"/>
                          <a:ea typeface="+mn-lt"/>
                          <a:cs typeface="+mn-lt"/>
                        </a:rPr>
                        <a:t>Giờ</a:t>
                      </a:r>
                      <a:endParaRPr sz="1400" b="1">
                        <a:solidFill>
                          <a:schemeClr val="accent5">
                            <a:lumMod val="50000"/>
                          </a:schemeClr>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tcPr>
                </a:tc>
                <a:tc>
                  <a:txBody>
                    <a:bodyPr/>
                    <a:lstStyle/>
                    <a:p>
                      <a:pPr marL="0" lvl="0" indent="0" algn="l">
                        <a:lnSpc>
                          <a:spcPct val="110000"/>
                        </a:lnSpc>
                        <a:spcBef>
                          <a:spcPts val="0"/>
                        </a:spcBef>
                        <a:spcAft>
                          <a:spcPts val="700"/>
                        </a:spcAft>
                        <a:buClr>
                          <a:srgbClr val="000000"/>
                        </a:buClr>
                        <a:buSzPts val="1200"/>
                        <a:buFont typeface="Arial"/>
                        <a:buNone/>
                      </a:pPr>
                      <a:r>
                        <a:rPr sz="1400" b="1">
                          <a:solidFill>
                            <a:schemeClr val="accent5">
                              <a:lumMod val="50000"/>
                            </a:schemeClr>
                          </a:solidFill>
                          <a:latin typeface="+mn-lt"/>
                          <a:ea typeface="+mn-lt"/>
                          <a:cs typeface="+mn-lt"/>
                        </a:rPr>
                        <a:t>Đầu ra chính</a:t>
                      </a:r>
                      <a:endParaRPr sz="1400" b="1">
                        <a:solidFill>
                          <a:schemeClr val="accent5">
                            <a:lumMod val="50000"/>
                          </a:schemeClr>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tcPr>
                </a:tc>
                <a:tc>
                  <a:txBody>
                    <a:bodyPr/>
                    <a:lstStyle/>
                    <a:p>
                      <a:pPr marL="0" lvl="0" indent="0" algn="l">
                        <a:lnSpc>
                          <a:spcPct val="110000"/>
                        </a:lnSpc>
                        <a:spcBef>
                          <a:spcPts val="0"/>
                        </a:spcBef>
                        <a:spcAft>
                          <a:spcPts val="700"/>
                        </a:spcAft>
                        <a:buClr>
                          <a:srgbClr val="000000"/>
                        </a:buClr>
                        <a:buSzPts val="1200"/>
                        <a:buFont typeface="Arial"/>
                        <a:buNone/>
                      </a:pPr>
                      <a:r>
                        <a:rPr sz="1400" b="1">
                          <a:solidFill>
                            <a:schemeClr val="accent5">
                              <a:lumMod val="50000"/>
                            </a:schemeClr>
                          </a:solidFill>
                          <a:latin typeface="+mn-lt"/>
                          <a:ea typeface="+mn-lt"/>
                          <a:cs typeface="+mn-lt"/>
                        </a:rPr>
                        <a:t>Kiểm chứng cốt lõi</a:t>
                      </a:r>
                      <a:endParaRPr sz="1400" b="1">
                        <a:solidFill>
                          <a:schemeClr val="accent5">
                            <a:lumMod val="50000"/>
                          </a:schemeClr>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tcPr>
                </a:tc>
              </a:tr>
              <a:tr h="436949">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Học phần 1</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rgbClr val="D1D2D3">
                          <a:alpha val="0"/>
                        </a:srgbClr>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Yêu cầu</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8</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Báo cáo chất lượng</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Bám sát nguồn</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chemeClr val="dk1"/>
                      </a:solidFill>
                      <a:prstDash val="solid"/>
                    </a:lnB>
                  </a:tcPr>
                </a:tc>
              </a:tr>
              <a:tr h="436949">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Học phần 2</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rgbClr val="D1D2D3">
                          <a:alpha val="0"/>
                        </a:srgbClr>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Bao phủ</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8</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Bộ truy vết</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Liên kết theo hành vi</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r>
              <a:tr h="436949">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Học phần 3</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rgbClr val="D1D2D3">
                          <a:alpha val="0"/>
                        </a:srgbClr>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Kịch bản</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8</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Danh mục rủi ro</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Lý do thiết kế</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r>
              <a:tr h="436949">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Học phần 4</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rgbClr val="D1D2D3">
                          <a:alpha val="0"/>
                        </a:srgbClr>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Ca kiểm thử</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8</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Bộ ca đã đánh giá</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Kết quả quan sát được</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r>
              <a:tr h="436949">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Học phần 5</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rgbClr val="D1D2D3">
                          <a:alpha val="0"/>
                        </a:srgbClr>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Khám phá</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8</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Bộ định hướng</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Bằng chứng và bài học</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r>
              <a:tr h="436949">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Học phần 6</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rgbClr val="D1D2D3">
                          <a:alpha val="0"/>
                        </a:srgbClr>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Dữ liệu</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8</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Bộ dữ liệu</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Quyền riêng tư</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r>
              <a:tr h="436949">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Tổng kết</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rgbClr val="D1D2D3">
                          <a:alpha val="0"/>
                        </a:srgbClr>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Tích hợp</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Đã gồm</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Bộ đầu-cuối</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Bảo vệ trước hội đồng</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r>
              <a:tr h="436949">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rgbClr val="9E9E9E">
                          <a:alpha val="0"/>
                        </a:srgbClr>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rgbClr val="9E9E9E">
                          <a:alpha val="0"/>
                        </a:srgbClr>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rgbClr val="9E9E9E">
                          <a:alpha val="0"/>
                        </a:srgbClr>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rgbClr val="9E9E9E">
                          <a:alpha val="0"/>
                        </a:srgbClr>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rgbClr val="9E9E9E">
                          <a:alpha val="0"/>
                        </a:srgbClr>
                      </a:solidFill>
                      <a:prstDash val="solid"/>
                    </a:lnB>
                  </a:tcPr>
                </a:tc>
              </a:tr>
            </a:tbl>
          </a:graphicData>
        </a:graphic>
      </p:graphicFrame>
      <p:sp>
        <p:nvSpPr>
          <p:cNvPr id="3" name="Footer Placeholder 2">
            <a:extLst xmlns:a="http://schemas.openxmlformats.org/drawingml/2006/main">
              <a:ext uri="{FF2B5EF4-FFF2-40B4-BE49-F238E27FC236}">
                <a16:creationId xmlns:a16="http://schemas.microsoft.com/office/drawing/2014/main" id="{B8357537-167D-0462-A21D-DD8E87444BE4}"/>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t>AIQE ARTD</a:t>
            </a:r>
            <a:endParaRPr sz="1100"/>
          </a:p>
        </p:txBody>
      </p:sp>
    </p:spTree>
    <p:extLst>
      <p:ext uri="{BB962C8B-B14F-4D97-AF65-F5344CB8AC3E}">
        <p14:creationId xmlns:p14="http://schemas.microsoft.com/office/powerpoint/2010/main" val="32985487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AA5CCC43-8737-3A41-CAE5-94B8C1D29B58}"/>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00000000-1234-1234-1234-123412341234}" type="slidenum">
              <a:t>10</a:t>
            </a:fld>
            <a:endParaRPr/>
          </a:p>
        </p:txBody>
      </p:sp>
      <p:sp>
        <p:nvSpPr>
          <p:cNvPr id="533" name="Google Shape;533;p58">
            <a:extLst xmlns:a="http://schemas.openxmlformats.org/drawingml/2006/main">
              <a:ext uri="{FF2B5EF4-FFF2-40B4-BE49-F238E27FC236}">
                <a16:creationId xmlns:a16="http://schemas.microsoft.com/office/drawing/2014/main" id="{8B77B614-E3C4-8964-0877-92800631D48F}"/>
              </a:ext>
            </a:extLst>
          </p:cNvPr>
          <p:cNvSpPr>
            <a:spLocks xmlns:a="http://schemas.openxmlformats.org/drawingml/2006/main" noGrp="1"/>
          </p:cNvSpPr>
          <p:nvPr>
            <p:ph type="title" idx="0"/>
          </p:nvPr>
        </p:nvSpPr>
        <p:spPr>
          <a:xfrm xmlns:a="http://schemas.openxmlformats.org/drawingml/2006/main">
            <a:off x="393699" y="344009"/>
            <a:ext cx="11404599" cy="595791"/>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Mô hình học tập trong mỗi học phần</a:t>
            </a:r>
            <a:endParaRPr/>
          </a:p>
        </p:txBody>
      </p:sp>
      <p:sp>
        <p:nvSpPr>
          <p:cNvPr id="7" name="Rounded Rectangle 6">
            <a:extLst xmlns:a="http://schemas.openxmlformats.org/drawingml/2006/main">
              <a:ext uri="{FF2B5EF4-FFF2-40B4-BE49-F238E27FC236}">
                <a16:creationId xmlns:a16="http://schemas.microsoft.com/office/drawing/2014/main" id="{24774D92-572F-796B-CFA0-75F5BDE34DE7}"/>
              </a:ext>
            </a:extLst>
          </p:cNvPr>
          <p:cNvSpPr>
            <a:spLocks xmlns:a="http://schemas.openxmlformats.org/drawingml/2006/main" noGrp="1"/>
          </p:cNvSpPr>
          <p:nvPr/>
        </p:nvSpPr>
        <p:spPr>
          <a:xfrm xmlns:a="http://schemas.openxmlformats.org/drawingml/2006/main">
            <a:off x="6264412" y="2369856"/>
            <a:ext cx="5533887" cy="1638300"/>
          </a:xfrm>
          <a:prstGeom xmlns:a="http://schemas.openxmlformats.org/drawingml/2006/main" prst="roundRect">
            <a:avLst>
              <a:gd name="adj" fmla="val 3585"/>
            </a:avLst>
          </a:prstGeom>
          <a:solidFill xmlns:a="http://schemas.openxmlformats.org/drawingml/2006/main">
            <a:schemeClr val="accent5">
              <a:lumMod val="20000"/>
              <a:lumOff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Content Placeholder 10">
            <a:extLst xmlns:a="http://schemas.openxmlformats.org/drawingml/2006/main">
              <a:ext uri="{FF2B5EF4-FFF2-40B4-BE49-F238E27FC236}">
                <a16:creationId xmlns:a16="http://schemas.microsoft.com/office/drawing/2014/main" id="{C0439ECA-9193-112F-E7E6-326447CEF7EB}"/>
              </a:ext>
            </a:extLst>
          </p:cNvPr>
          <p:cNvSpPr>
            <a:spLocks xmlns:a="http://schemas.openxmlformats.org/drawingml/2006/main" noGrp="1"/>
          </p:cNvSpPr>
          <p:nvPr/>
        </p:nvSpPr>
        <p:spPr>
          <a:xfrm xmlns:a="http://schemas.openxmlformats.org/drawingml/2006/main">
            <a:off x="6561647" y="2664788"/>
            <a:ext cx="4986886" cy="1048436"/>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solidFill>
                  <a:prstClr val="black"/>
                </a:solidFill>
                <a:latin typeface="Helvetica Neue"/>
                <a:ea typeface="Helvetica Neue"/>
                <a:cs typeface="Helvetica Neue"/>
              </a:rPr>
              <a:t>Minh họa</a:t>
            </a:r>
          </a:p>
          <a:p xmlns:a="http://schemas.openxmlformats.org/drawingml/2006/main">
            <a:pPr marL="0" indent="0">
              <a:lnSpc>
                <a:spcPct val="100000"/>
              </a:lnSpc>
              <a:spcBef>
                <a:spcPts val="1300"/>
              </a:spcBef>
              <a:spcAft>
                <a:spcPts val="1300"/>
              </a:spcAft>
              <a:buFontTx/>
              <a:buNone/>
            </a:pPr>
            <a:r>
              <a:rPr sz="1600">
                <a:solidFill>
                  <a:prstClr val="black"/>
                </a:solidFill>
                <a:latin typeface="Helvetica Neue"/>
                <a:ea typeface="Helvetica Neue"/>
                <a:cs typeface="Helvetica Neue"/>
              </a:rPr>
              <a:t>So sánh quy trình AI yếu với quy trình có kiểm soát.</a:t>
            </a:r>
          </a:p>
        </p:txBody>
      </p:sp>
      <p:sp>
        <p:nvSpPr>
          <p:cNvPr id="9" name="Rounded Rectangle 8">
            <a:extLst xmlns:a="http://schemas.openxmlformats.org/drawingml/2006/main">
              <a:ext uri="{FF2B5EF4-FFF2-40B4-BE49-F238E27FC236}">
                <a16:creationId xmlns:a16="http://schemas.microsoft.com/office/drawing/2014/main" id="{BED27E76-B721-E464-2478-718E91A649B4}"/>
              </a:ext>
            </a:extLst>
          </p:cNvPr>
          <p:cNvSpPr>
            <a:spLocks xmlns:a="http://schemas.openxmlformats.org/drawingml/2006/main" noGrp="1"/>
          </p:cNvSpPr>
          <p:nvPr/>
        </p:nvSpPr>
        <p:spPr>
          <a:xfrm xmlns:a="http://schemas.openxmlformats.org/drawingml/2006/main">
            <a:off x="409043" y="2369856"/>
            <a:ext cx="5533887" cy="1638300"/>
          </a:xfrm>
          <a:prstGeom xmlns:a="http://schemas.openxmlformats.org/drawingml/2006/main" prst="roundRect">
            <a:avLst>
              <a:gd name="adj" fmla="val 3585"/>
            </a:avLst>
          </a:prstGeom>
          <a:solidFill xmlns:a="http://schemas.openxmlformats.org/drawingml/2006/main">
            <a:schemeClr val="accent5">
              <a:lumMod val="20000"/>
              <a:lumOff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Content Placeholder 10">
            <a:extLst xmlns:a="http://schemas.openxmlformats.org/drawingml/2006/main">
              <a:ext uri="{FF2B5EF4-FFF2-40B4-BE49-F238E27FC236}">
                <a16:creationId xmlns:a16="http://schemas.microsoft.com/office/drawing/2014/main" id="{40DA34A0-E630-37E8-0332-0E57245DCF0D}"/>
              </a:ext>
            </a:extLst>
          </p:cNvPr>
          <p:cNvSpPr>
            <a:spLocks xmlns:a="http://schemas.openxmlformats.org/drawingml/2006/main" noGrp="1"/>
          </p:cNvSpPr>
          <p:nvPr/>
        </p:nvSpPr>
        <p:spPr>
          <a:xfrm xmlns:a="http://schemas.openxmlformats.org/drawingml/2006/main">
            <a:off x="706278" y="2664788"/>
            <a:ext cx="4986886" cy="1048436"/>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lvl="0" indent="0" algn="l" defTabSz="914400">
              <a:lnSpc>
                <a:spcPct val="110000"/>
              </a:lnSpc>
              <a:spcBef>
                <a:spcPts val="0"/>
              </a:spcBef>
              <a:spcAft>
                <a:spcPts val="0"/>
              </a:spcAft>
              <a:buClrTx/>
              <a:buSzTx/>
              <a:buFontTx/>
              <a:buNone/>
            </a:pPr>
            <a:r>
              <a:rPr sz="1600" b="0" i="0" u="none" cap="none" spc="0">
                <a:ln>
                  <a:noFill/>
                </a:ln>
                <a:solidFill>
                  <a:prstClr val="black"/>
                </a:solidFill>
                <a:latin typeface="Helvetica Neue"/>
                <a:ea typeface="Helvetica Neue"/>
                <a:cs typeface="Helvetica Neue"/>
              </a:rPr>
              <a:t>Học</a:t>
            </a:r>
          </a:p>
          <a:p xmlns:a="http://schemas.openxmlformats.org/drawingml/2006/main">
            <a:pPr marL="0" marR="0" lvl="0" indent="0" algn="l" defTabSz="914400">
              <a:lnSpc>
                <a:spcPct val="100000"/>
              </a:lnSpc>
              <a:spcBef>
                <a:spcPts val="1300"/>
              </a:spcBef>
              <a:spcAft>
                <a:spcPts val="1300"/>
              </a:spcAft>
              <a:buClrTx/>
              <a:buSzTx/>
              <a:buFontTx/>
              <a:buNone/>
            </a:pPr>
            <a:r>
              <a:rPr sz="1600" b="0" i="0" u="none" cap="none" spc="0">
                <a:ln>
                  <a:noFill/>
                </a:ln>
                <a:solidFill>
                  <a:prstClr val="black"/>
                </a:solidFill>
                <a:latin typeface="Helvetica Neue"/>
                <a:ea typeface="Helvetica Neue"/>
                <a:cs typeface="Helvetica Neue"/>
              </a:rPr>
              <a:t>Tìm hiểu mô hình chất lượng và kỹ thuật thiết kế kiểm thử.</a:t>
            </a:r>
          </a:p>
        </p:txBody>
      </p:sp>
      <p:sp>
        <p:nvSpPr>
          <p:cNvPr id="2" name="Rounded Rectangle 1">
            <a:extLst xmlns:a="http://schemas.openxmlformats.org/drawingml/2006/main">
              <a:ext uri="{FF2B5EF4-FFF2-40B4-BE49-F238E27FC236}">
                <a16:creationId xmlns:a16="http://schemas.microsoft.com/office/drawing/2014/main" id="{F421FB3D-82DC-94B6-ADD3-99BB3C8E58D0}"/>
              </a:ext>
            </a:extLst>
          </p:cNvPr>
          <p:cNvSpPr>
            <a:spLocks xmlns:a="http://schemas.openxmlformats.org/drawingml/2006/main" noGrp="1"/>
          </p:cNvSpPr>
          <p:nvPr/>
        </p:nvSpPr>
        <p:spPr>
          <a:xfrm xmlns:a="http://schemas.openxmlformats.org/drawingml/2006/main">
            <a:off x="6264412" y="4370106"/>
            <a:ext cx="5533887" cy="1638300"/>
          </a:xfrm>
          <a:prstGeom xmlns:a="http://schemas.openxmlformats.org/drawingml/2006/main" prst="roundRect">
            <a:avLst>
              <a:gd name="adj" fmla="val 3585"/>
            </a:avLst>
          </a:prstGeom>
          <a:solidFill xmlns:a="http://schemas.openxmlformats.org/drawingml/2006/main">
            <a:schemeClr val="accent5">
              <a:lumMod val="20000"/>
              <a:lumOff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Content Placeholder 10">
            <a:extLst xmlns:a="http://schemas.openxmlformats.org/drawingml/2006/main">
              <a:ext uri="{FF2B5EF4-FFF2-40B4-BE49-F238E27FC236}">
                <a16:creationId xmlns:a16="http://schemas.microsoft.com/office/drawing/2014/main" id="{9122C651-AF0B-D7E1-E9EF-3F4BC1C587A5}"/>
              </a:ext>
            </a:extLst>
          </p:cNvPr>
          <p:cNvSpPr>
            <a:spLocks xmlns:a="http://schemas.openxmlformats.org/drawingml/2006/main" noGrp="1"/>
          </p:cNvSpPr>
          <p:nvPr/>
        </p:nvSpPr>
        <p:spPr>
          <a:xfrm xmlns:a="http://schemas.openxmlformats.org/drawingml/2006/main">
            <a:off x="6561647" y="4665038"/>
            <a:ext cx="4986886" cy="1048436"/>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solidFill>
                  <a:prstClr val="black"/>
                </a:solidFill>
                <a:latin typeface="Helvetica Neue"/>
                <a:ea typeface="Helvetica Neue"/>
                <a:cs typeface="Helvetica Neue"/>
              </a:rPr>
              <a:t>Đánh giá</a:t>
            </a:r>
          </a:p>
          <a:p xmlns:a="http://schemas.openxmlformats.org/drawingml/2006/main">
            <a:pPr marL="0" indent="0">
              <a:lnSpc>
                <a:spcPct val="100000"/>
              </a:lnSpc>
              <a:spcBef>
                <a:spcPts val="1300"/>
              </a:spcBef>
              <a:spcAft>
                <a:spcPts val="1300"/>
              </a:spcAft>
              <a:buFontTx/>
              <a:buNone/>
            </a:pPr>
            <a:r>
              <a:rPr sz="1600">
                <a:solidFill>
                  <a:prstClr val="black"/>
                </a:solidFill>
                <a:latin typeface="Helvetica Neue"/>
                <a:ea typeface="Helvetica Neue"/>
                <a:cs typeface="Helvetica Neue"/>
              </a:rPr>
              <a:t>Bảo vệ quyết định và ghi lại đề xuất bị loại.</a:t>
            </a:r>
          </a:p>
        </p:txBody>
      </p:sp>
      <p:sp>
        <p:nvSpPr>
          <p:cNvPr id="4" name="Rounded Rectangle 3">
            <a:extLst xmlns:a="http://schemas.openxmlformats.org/drawingml/2006/main">
              <a:ext uri="{FF2B5EF4-FFF2-40B4-BE49-F238E27FC236}">
                <a16:creationId xmlns:a16="http://schemas.microsoft.com/office/drawing/2014/main" id="{EDA590ED-3B5F-06BC-B0E9-C6DC4E8BBF0C}"/>
              </a:ext>
            </a:extLst>
          </p:cNvPr>
          <p:cNvSpPr>
            <a:spLocks xmlns:a="http://schemas.openxmlformats.org/drawingml/2006/main" noGrp="1"/>
          </p:cNvSpPr>
          <p:nvPr/>
        </p:nvSpPr>
        <p:spPr>
          <a:xfrm xmlns:a="http://schemas.openxmlformats.org/drawingml/2006/main">
            <a:off x="409043" y="4370106"/>
            <a:ext cx="5533887" cy="1638300"/>
          </a:xfrm>
          <a:prstGeom xmlns:a="http://schemas.openxmlformats.org/drawingml/2006/main" prst="roundRect">
            <a:avLst>
              <a:gd name="adj" fmla="val 3585"/>
            </a:avLst>
          </a:prstGeom>
          <a:solidFill xmlns:a="http://schemas.openxmlformats.org/drawingml/2006/main">
            <a:schemeClr val="accent5">
              <a:lumMod val="20000"/>
              <a:lumOff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Content Placeholder 10">
            <a:extLst xmlns:a="http://schemas.openxmlformats.org/drawingml/2006/main">
              <a:ext uri="{FF2B5EF4-FFF2-40B4-BE49-F238E27FC236}">
                <a16:creationId xmlns:a16="http://schemas.microsoft.com/office/drawing/2014/main" id="{EB1BBBB3-DA5C-C3DF-7DD6-33AB7A85340B}"/>
              </a:ext>
            </a:extLst>
          </p:cNvPr>
          <p:cNvSpPr>
            <a:spLocks xmlns:a="http://schemas.openxmlformats.org/drawingml/2006/main" noGrp="1"/>
          </p:cNvSpPr>
          <p:nvPr/>
        </p:nvSpPr>
        <p:spPr>
          <a:xfrm xmlns:a="http://schemas.openxmlformats.org/drawingml/2006/main">
            <a:off x="706278" y="4665038"/>
            <a:ext cx="4986886" cy="1048436"/>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solidFill>
                  <a:prstClr val="black"/>
                </a:solidFill>
                <a:latin typeface="Helvetica Neue"/>
                <a:ea typeface="Helvetica Neue"/>
                <a:cs typeface="Helvetica Neue"/>
              </a:rPr>
              <a:t>Thực hành</a:t>
            </a:r>
          </a:p>
          <a:p xmlns:a="http://schemas.openxmlformats.org/drawingml/2006/main">
            <a:pPr marL="0" indent="0">
              <a:lnSpc>
                <a:spcPct val="100000"/>
              </a:lnSpc>
              <a:spcBef>
                <a:spcPts val="1300"/>
              </a:spcBef>
              <a:spcAft>
                <a:spcPts val="1300"/>
              </a:spcAft>
              <a:buFontTx/>
              <a:buNone/>
            </a:pPr>
            <a:r>
              <a:rPr sz="1600">
                <a:solidFill>
                  <a:prstClr val="black"/>
                </a:solidFill>
                <a:latin typeface="Helvetica Neue"/>
                <a:ea typeface="Helvetica Neue"/>
                <a:cs typeface="Helvetica Neue"/>
              </a:rPr>
              <a:t>Áp dụng phương pháp vào tình huống xuyên suốt.</a:t>
            </a:r>
          </a:p>
        </p:txBody>
      </p:sp>
      <p:sp>
        <p:nvSpPr>
          <p:cNvPr id="6" name="Content Placeholder 15">
            <a:extLst xmlns:a="http://schemas.openxmlformats.org/drawingml/2006/main">
              <a:ext uri="{FF2B5EF4-FFF2-40B4-BE49-F238E27FC236}">
                <a16:creationId xmlns:a16="http://schemas.microsoft.com/office/drawing/2014/main" id="{04E6B723-686B-D8DD-4DA5-3E62BDE4905A}"/>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pPr>
            <a:r>
              <a:rPr sz="1800">
                <a:solidFill>
                  <a:prstClr val="black"/>
                </a:solidFill>
                <a:latin typeface="Helvetica Neue Medium"/>
                <a:ea typeface="Helvetica Neue Medium"/>
                <a:cs typeface="Helvetica Neue Medium"/>
              </a:rPr>
              <a:t>Mỗi học phần tám giờ kết hợp lý thuyết ngắn gọn, minh họa, thực hành có hướng dẫn, đánh giá chéo và một sản phẩm được chấm.</a:t>
            </a:r>
          </a:p>
        </p:txBody>
      </p:sp>
      <p:sp>
        <p:nvSpPr>
          <p:cNvPr id="11" name="Footer Placeholder 10">
            <a:extLst xmlns:a="http://schemas.openxmlformats.org/drawingml/2006/main">
              <a:ext uri="{FF2B5EF4-FFF2-40B4-BE49-F238E27FC236}">
                <a16:creationId xmlns:a16="http://schemas.microsoft.com/office/drawing/2014/main" id="{C4B207BF-6BAB-0D91-F12C-1E6FFBCC4202}"/>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t>AIQE ARTD</a:t>
            </a:r>
            <a:endParaRPr sz="1100"/>
          </a:p>
        </p:txBody>
      </p:sp>
    </p:spTree>
    <p:extLst>
      <p:ext uri="{BB962C8B-B14F-4D97-AF65-F5344CB8AC3E}">
        <p14:creationId xmlns:p14="http://schemas.microsoft.com/office/powerpoint/2010/main" val="176600024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1"/>
          </p:nvPr>
        </p:nvSpPr>
        <p:spPr>
          <a:xfrm xmlns:a="http://schemas.openxmlformats.org/drawingml/2006/main">
            <a:off x="393700" y="2032000"/>
            <a:ext cx="5537200" cy="1643185"/>
          </a:xfrm>
        </p:spPr>
        <p:txBody>
          <a:bodyPr xmlns:a="http://schemas.openxmlformats.org/drawingml/2006/main"/>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pPr>
            <a:r>
              <a:rPr sz="2400" b="0" i="0" u="none" cap="none" spc="0">
                <a:ln>
                  <a:noFill/>
                </a:ln>
                <a:solidFill>
                  <a:prstClr val="black"/>
                </a:solidFill>
                <a:latin typeface="Helvetica Neue"/>
                <a:ea typeface="Helvetica Neue"/>
                <a:cs typeface="Helvetica Neue"/>
              </a:rPr>
              <a:t>Cụ thể và quan sát được</a:t>
            </a:r>
          </a:p>
          <a:p xmlns:a="http://schemas.openxmlformats.org/drawingml/2006/main">
            <a:pPr marL="0" marR="0" lvl="0" indent="0" algn="l" defTabSz="914400">
              <a:lnSpc>
                <a:spcPct val="100000"/>
              </a:lnSpc>
              <a:spcBef>
                <a:spcPts val="1300"/>
              </a:spcBef>
              <a:spcAft>
                <a:spcPts val="1300"/>
              </a:spcAft>
              <a:buClrTx/>
              <a:buSzTx/>
              <a:buFontTx/>
              <a:buNone/>
            </a:pPr>
            <a:r>
              <a:rPr sz="1800" b="0" i="0" u="none" cap="none" spc="0">
                <a:ln>
                  <a:noFill/>
                </a:ln>
                <a:solidFill>
                  <a:prstClr val="black"/>
                </a:solidFill>
                <a:latin typeface="Helvetica Neue"/>
                <a:ea typeface="Helvetica Neue"/>
                <a:cs typeface="Helvetica Neue"/>
              </a:rPr>
              <a:t>Tác nhân, điều kiện kích hoạt, kết quả, ngưỡng và nguồn sự thật được nêu rõ.</a:t>
            </a: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00000000-1234-1234-1234-123412341234}" type="slidenum">
              <a:t>11</a:t>
            </a:fld>
            <a:endParaRP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10"/>
          </p:nvPr>
        </p:nvSpPr>
        <p:spPr>
          <a:xfrm xmlns:a="http://schemas.openxmlformats.org/drawingml/2006/main">
            <a:off x="6256618" y="2032000"/>
            <a:ext cx="5537200" cy="1643185"/>
          </a:xfrm>
        </p:spPr>
        <p:txBody>
          <a:bodyPr xmlns:a="http://schemas.openxmlformats.org/drawingml/2006/main"/>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pPr>
            <a:r>
              <a:rPr sz="2400" b="0" i="0" u="none" cap="none" spc="0">
                <a:ln>
                  <a:noFill/>
                </a:ln>
                <a:solidFill>
                  <a:prstClr val="black"/>
                </a:solidFill>
                <a:latin typeface="Helvetica Neue"/>
                <a:ea typeface="Helvetica Neue"/>
                <a:cs typeface="Helvetica Neue"/>
              </a:rPr>
              <a:t>Đủ hoàn chỉnh để kiểm thử</a:t>
            </a:r>
          </a:p>
          <a:p xmlns:a="http://schemas.openxmlformats.org/drawingml/2006/main">
            <a:pPr marL="0" marR="0" lvl="0" indent="0" algn="l" defTabSz="914400">
              <a:lnSpc>
                <a:spcPct val="100000"/>
              </a:lnSpc>
              <a:spcBef>
                <a:spcPts val="1300"/>
              </a:spcBef>
              <a:spcAft>
                <a:spcPts val="1300"/>
              </a:spcAft>
              <a:buClrTx/>
              <a:buSzTx/>
              <a:buFontTx/>
              <a:buNone/>
            </a:pPr>
            <a:r>
              <a:rPr sz="1800" b="0" i="0" u="none" cap="none" spc="0">
                <a:ln>
                  <a:noFill/>
                </a:ln>
                <a:solidFill>
                  <a:prstClr val="black"/>
                </a:solidFill>
                <a:latin typeface="Helvetica Neue"/>
                <a:ea typeface="Helvetica Neue"/>
                <a:cs typeface="Helvetica Neue"/>
              </a:rPr>
              <a:t>Luồng thay thế, xử lý lỗi, quyền hạn và vòng đời dữ liệu được thể hiện.</a:t>
            </a: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9"/>
            <a:ext cx="7835900" cy="1040292"/>
          </a:xfrm>
        </p:spPr>
        <p:txBody>
          <a:bodyPr xmlns:a="http://schemas.openxmlformats.org/drawingml/2006/main"/>
          <a:lstStyle xmlns:a="http://schemas.openxmlformats.org/drawingml/2006/main"/>
          <a:p xmlns:a="http://schemas.openxmlformats.org/drawingml/2006/main">
            <a:r>
              <a:t>Học phần 1: Khả năng kiểm thử của yêu cầu</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a:solidFill>
                  <a:prstClr val="black"/>
                </a:solidFill>
                <a:latin typeface="Helvetica Neue"/>
                <a:ea typeface="Helvetica Neue"/>
                <a:cs typeface="Helvetica Neue"/>
              </a:rPr>
              <a:t>Nhất quán giữa các nguồn</a:t>
            </a:r>
          </a:p>
          <a:p xmlns:a="http://schemas.openxmlformats.org/drawingml/2006/main">
            <a:pPr marL="0" indent="0">
              <a:lnSpc>
                <a:spcPct val="100000"/>
              </a:lnSpc>
              <a:spcBef>
                <a:spcPts val="1300"/>
              </a:spcBef>
              <a:spcAft>
                <a:spcPts val="1300"/>
              </a:spcAft>
              <a:buFontTx/>
              <a:buNone/>
            </a:pPr>
            <a:r>
              <a:rPr sz="1800">
                <a:solidFill>
                  <a:prstClr val="black"/>
                </a:solidFill>
                <a:latin typeface="Helvetica Neue"/>
                <a:ea typeface="Helvetica Neue"/>
                <a:cs typeface="Helvetica Neue"/>
              </a:rPr>
              <a:t>Câu chuyện người dùng, quy tắc, hợp đồng và thuộc tính chất lượng không mâu thuẫn nhau.</a:t>
            </a:r>
            <a:endParaRPr sz="1800">
              <a:solidFill>
                <a:prstClr val="black"/>
              </a:solidFill>
              <a:latin typeface="Helvetica Neue"/>
              <a:ea typeface="Helvetica Neue"/>
              <a:cs typeface="Helvetica Neue"/>
            </a:endParaRP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a:solidFill>
                  <a:prstClr val="black"/>
                </a:solidFill>
                <a:latin typeface="Helvetica Neue"/>
                <a:ea typeface="Helvetica Neue"/>
                <a:cs typeface="Helvetica Neue"/>
              </a:rPr>
              <a:t>Đo lường mà không suy diễn</a:t>
            </a:r>
          </a:p>
          <a:p xmlns:a="http://schemas.openxmlformats.org/drawingml/2006/main">
            <a:pPr marL="0" indent="0">
              <a:lnSpc>
                <a:spcPct val="100000"/>
              </a:lnSpc>
              <a:spcBef>
                <a:spcPts val="1300"/>
              </a:spcBef>
              <a:spcAft>
                <a:spcPts val="1300"/>
              </a:spcAft>
              <a:buFontTx/>
              <a:buNone/>
            </a:pPr>
            <a:r>
              <a:rPr sz="1800">
                <a:solidFill>
                  <a:prstClr val="black"/>
                </a:solidFill>
                <a:latin typeface="Helvetica Neue"/>
                <a:ea typeface="Helvetica Neue"/>
                <a:cs typeface="Helvetica Neue"/>
              </a:rPr>
              <a:t>Giá trị còn thiếu trở thành câu hỏi làm rõ thay vì giả định của mô hình.</a:t>
            </a:r>
            <a:endParaRPr sz="1800">
              <a:solidFill>
                <a:prstClr val="black"/>
              </a:solidFill>
              <a:latin typeface="Helvetica Neue"/>
              <a:ea typeface="Helvetica Neue"/>
              <a:cs typeface="Helvetica Neue"/>
            </a:endParaRPr>
          </a:p>
        </p:txBody>
      </p:sp>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t>AIQE ARTD</a:t>
            </a:r>
            <a:endParaRPr sz="1100"/>
          </a:p>
        </p:txBody>
      </p:sp>
    </p:spTree>
    <p:extLst>
      <p:ext uri="{BB962C8B-B14F-4D97-AF65-F5344CB8AC3E}">
        <p14:creationId xmlns:p14="http://schemas.microsoft.com/office/powerpoint/2010/main" val="36014548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F29587C6-818E-614C-4E8F-CD264BB5DD41}"/>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00000000-1234-1234-1234-123412341234}" type="slidenum">
              <a:t>12</a:t>
            </a:fld>
            <a:endParaRPr/>
          </a:p>
        </p:txBody>
      </p:sp>
      <p:sp>
        <p:nvSpPr>
          <p:cNvPr id="533" name="Google Shape;533;p58">
            <a:extLst xmlns:a="http://schemas.openxmlformats.org/drawingml/2006/main">
              <a:ext uri="{FF2B5EF4-FFF2-40B4-BE49-F238E27FC236}">
                <a16:creationId xmlns:a16="http://schemas.microsoft.com/office/drawing/2014/main" id="{E3FE1DBC-074A-B31C-7363-7F3B84443707}"/>
              </a:ext>
            </a:extLst>
          </p:cNvPr>
          <p:cNvSpPr>
            <a:spLocks xmlns:a="http://schemas.openxmlformats.org/drawingml/2006/main" noGrp="1"/>
          </p:cNvSpPr>
          <p:nvPr>
            <p:ph type="title" idx="0"/>
          </p:nvPr>
        </p:nvSpPr>
        <p:spPr>
          <a:xfrm xmlns:a="http://schemas.openxmlformats.org/drawingml/2006/main">
            <a:off x="393700" y="344008"/>
            <a:ext cx="5549230" cy="69739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Thực hành học phần 1</a:t>
            </a:r>
            <a:endParaRPr/>
          </a:p>
        </p:txBody>
      </p:sp>
      <p:sp>
        <p:nvSpPr>
          <p:cNvPr id="7" name="Rounded Rectangle 6">
            <a:extLst xmlns:a="http://schemas.openxmlformats.org/drawingml/2006/main">
              <a:ext uri="{FF2B5EF4-FFF2-40B4-BE49-F238E27FC236}">
                <a16:creationId xmlns:a16="http://schemas.microsoft.com/office/drawing/2014/main" id="{D0871A73-A37A-1E7C-6089-9D4D7E091093}"/>
              </a:ext>
            </a:extLst>
          </p:cNvPr>
          <p:cNvSpPr>
            <a:spLocks xmlns:a="http://schemas.openxmlformats.org/drawingml/2006/main" noGrp="1"/>
          </p:cNvSpPr>
          <p:nvPr/>
        </p:nvSpPr>
        <p:spPr>
          <a:xfrm xmlns:a="http://schemas.openxmlformats.org/drawingml/2006/main">
            <a:off x="6264412" y="2369856"/>
            <a:ext cx="5533887" cy="1638300"/>
          </a:xfrm>
          <a:prstGeom xmlns:a="http://schemas.openxmlformats.org/drawingml/2006/main" prst="roundRect">
            <a:avLst>
              <a:gd name="adj" fmla="val 3585"/>
            </a:avLst>
          </a:prstGeom>
          <a:solidFill xmlns:a="http://schemas.openxmlformats.org/drawingml/2006/main">
            <a:schemeClr val="accent5">
              <a:lumMod val="20000"/>
              <a:lumOff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Content Placeholder 10">
            <a:extLst xmlns:a="http://schemas.openxmlformats.org/drawingml/2006/main">
              <a:ext uri="{FF2B5EF4-FFF2-40B4-BE49-F238E27FC236}">
                <a16:creationId xmlns:a16="http://schemas.microsoft.com/office/drawing/2014/main" id="{1C7B8C8B-F20A-31B8-CB9E-D406AEA7CEF5}"/>
              </a:ext>
            </a:extLst>
          </p:cNvPr>
          <p:cNvSpPr>
            <a:spLocks xmlns:a="http://schemas.openxmlformats.org/drawingml/2006/main" noGrp="1"/>
          </p:cNvSpPr>
          <p:nvPr/>
        </p:nvSpPr>
        <p:spPr>
          <a:xfrm xmlns:a="http://schemas.openxmlformats.org/drawingml/2006/main">
            <a:off x="6561647" y="2664788"/>
            <a:ext cx="4986886" cy="1048436"/>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800">
                <a:solidFill>
                  <a:prstClr val="black"/>
                </a:solidFill>
                <a:latin typeface="Helvetica Neue"/>
                <a:ea typeface="Helvetica Neue"/>
                <a:cs typeface="Helvetica Neue"/>
              </a:rPr>
              <a:t>Phản biện</a:t>
            </a:r>
          </a:p>
          <a:p xmlns:a="http://schemas.openxmlformats.org/drawingml/2006/main">
            <a:pPr marL="0" indent="0">
              <a:lnSpc>
                <a:spcPct val="100000"/>
              </a:lnSpc>
              <a:spcBef>
                <a:spcPts val="1300"/>
              </a:spcBef>
              <a:spcAft>
                <a:spcPts val="1300"/>
              </a:spcAft>
              <a:buFontTx/>
              <a:buNone/>
            </a:pPr>
            <a:r>
              <a:rPr sz="1800">
                <a:solidFill>
                  <a:prstClr val="black"/>
                </a:solidFill>
                <a:latin typeface="Helvetica Neue"/>
                <a:ea typeface="Helvetica Neue"/>
                <a:cs typeface="Helvetica Neue"/>
              </a:rPr>
              <a:t>Phân loại điểm mơ hồ, quy tắc còn thiếu, xung đột và tiêu chí đo lường yếu.</a:t>
            </a:r>
          </a:p>
        </p:txBody>
      </p:sp>
      <p:sp>
        <p:nvSpPr>
          <p:cNvPr id="9" name="Rounded Rectangle 8">
            <a:extLst xmlns:a="http://schemas.openxmlformats.org/drawingml/2006/main">
              <a:ext uri="{FF2B5EF4-FFF2-40B4-BE49-F238E27FC236}">
                <a16:creationId xmlns:a16="http://schemas.microsoft.com/office/drawing/2014/main" id="{506E7539-B6D2-84FE-7719-21D73815654C}"/>
              </a:ext>
            </a:extLst>
          </p:cNvPr>
          <p:cNvSpPr>
            <a:spLocks xmlns:a="http://schemas.openxmlformats.org/drawingml/2006/main" noGrp="1"/>
          </p:cNvSpPr>
          <p:nvPr/>
        </p:nvSpPr>
        <p:spPr>
          <a:xfrm xmlns:a="http://schemas.openxmlformats.org/drawingml/2006/main">
            <a:off x="6264413" y="393700"/>
            <a:ext cx="5533887" cy="1638300"/>
          </a:xfrm>
          <a:prstGeom xmlns:a="http://schemas.openxmlformats.org/drawingml/2006/main" prst="roundRect">
            <a:avLst>
              <a:gd name="adj" fmla="val 3585"/>
            </a:avLst>
          </a:prstGeom>
          <a:solidFill xmlns:a="http://schemas.openxmlformats.org/drawingml/2006/main">
            <a:schemeClr val="accent5">
              <a:lumMod val="20000"/>
              <a:lumOff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Content Placeholder 10">
            <a:extLst xmlns:a="http://schemas.openxmlformats.org/drawingml/2006/main">
              <a:ext uri="{FF2B5EF4-FFF2-40B4-BE49-F238E27FC236}">
                <a16:creationId xmlns:a16="http://schemas.microsoft.com/office/drawing/2014/main" id="{B50BFF6E-013F-2CA5-21F9-98283DFCB4AE}"/>
              </a:ext>
            </a:extLst>
          </p:cNvPr>
          <p:cNvSpPr>
            <a:spLocks xmlns:a="http://schemas.openxmlformats.org/drawingml/2006/main" noGrp="1"/>
          </p:cNvSpPr>
          <p:nvPr/>
        </p:nvSpPr>
        <p:spPr>
          <a:xfrm xmlns:a="http://schemas.openxmlformats.org/drawingml/2006/main">
            <a:off x="6561648" y="688632"/>
            <a:ext cx="4986886" cy="1048436"/>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800">
                <a:solidFill>
                  <a:prstClr val="black"/>
                </a:solidFill>
                <a:latin typeface="Helvetica Neue"/>
                <a:ea typeface="Helvetica Neue"/>
                <a:cs typeface="Helvetica Neue"/>
              </a:rPr>
              <a:t>Trích xuất</a:t>
            </a:r>
          </a:p>
          <a:p xmlns:a="http://schemas.openxmlformats.org/drawingml/2006/main">
            <a:pPr marL="0" indent="0">
              <a:lnSpc>
                <a:spcPct val="100000"/>
              </a:lnSpc>
              <a:spcBef>
                <a:spcPts val="1300"/>
              </a:spcBef>
              <a:spcAft>
                <a:spcPts val="1300"/>
              </a:spcAft>
              <a:buFontTx/>
              <a:buNone/>
            </a:pPr>
            <a:r>
              <a:rPr sz="1800">
                <a:solidFill>
                  <a:prstClr val="black"/>
                </a:solidFill>
                <a:latin typeface="Helvetica Neue"/>
                <a:ea typeface="Helvetica Neue"/>
                <a:cs typeface="Helvetica Neue"/>
              </a:rPr>
              <a:t>Phân tách tác nhân, điều kiện, quy tắc, kết quả và ngoại lệ.</a:t>
            </a:r>
          </a:p>
        </p:txBody>
      </p:sp>
      <p:sp>
        <p:nvSpPr>
          <p:cNvPr id="2" name="Rounded Rectangle 1">
            <a:extLst xmlns:a="http://schemas.openxmlformats.org/drawingml/2006/main">
              <a:ext uri="{FF2B5EF4-FFF2-40B4-BE49-F238E27FC236}">
                <a16:creationId xmlns:a16="http://schemas.microsoft.com/office/drawing/2014/main" id="{C4E18E5B-6405-1268-D0C6-02B9E1F83EA8}"/>
              </a:ext>
            </a:extLst>
          </p:cNvPr>
          <p:cNvSpPr>
            <a:spLocks xmlns:a="http://schemas.openxmlformats.org/drawingml/2006/main" noGrp="1"/>
          </p:cNvSpPr>
          <p:nvPr/>
        </p:nvSpPr>
        <p:spPr>
          <a:xfrm xmlns:a="http://schemas.openxmlformats.org/drawingml/2006/main">
            <a:off x="6264412" y="4381536"/>
            <a:ext cx="5533887" cy="1638300"/>
          </a:xfrm>
          <a:prstGeom xmlns:a="http://schemas.openxmlformats.org/drawingml/2006/main" prst="roundRect">
            <a:avLst>
              <a:gd name="adj" fmla="val 3585"/>
            </a:avLst>
          </a:prstGeom>
          <a:solidFill xmlns:a="http://schemas.openxmlformats.org/drawingml/2006/main">
            <a:schemeClr val="accent5">
              <a:lumMod val="20000"/>
              <a:lumOff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Content Placeholder 10">
            <a:extLst xmlns:a="http://schemas.openxmlformats.org/drawingml/2006/main">
              <a:ext uri="{FF2B5EF4-FFF2-40B4-BE49-F238E27FC236}">
                <a16:creationId xmlns:a16="http://schemas.microsoft.com/office/drawing/2014/main" id="{CF7239E1-4EF6-5723-3651-1149031AE671}"/>
              </a:ext>
            </a:extLst>
          </p:cNvPr>
          <p:cNvSpPr>
            <a:spLocks xmlns:a="http://schemas.openxmlformats.org/drawingml/2006/main" noGrp="1"/>
          </p:cNvSpPr>
          <p:nvPr/>
        </p:nvSpPr>
        <p:spPr>
          <a:xfrm xmlns:a="http://schemas.openxmlformats.org/drawingml/2006/main">
            <a:off x="6561647" y="4676468"/>
            <a:ext cx="4986886" cy="1048436"/>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800">
                <a:solidFill>
                  <a:prstClr val="black"/>
                </a:solidFill>
                <a:latin typeface="Helvetica Neue"/>
                <a:ea typeface="Helvetica Neue"/>
                <a:cs typeface="Helvetica Neue"/>
              </a:rPr>
              <a:t>Tinh chỉnh</a:t>
            </a:r>
          </a:p>
          <a:p xmlns:a="http://schemas.openxmlformats.org/drawingml/2006/main">
            <a:pPr marL="0" indent="0">
              <a:lnSpc>
                <a:spcPct val="100000"/>
              </a:lnSpc>
              <a:spcBef>
                <a:spcPts val="1300"/>
              </a:spcBef>
              <a:spcAft>
                <a:spcPts val="1300"/>
              </a:spcAft>
              <a:buFontTx/>
              <a:buNone/>
            </a:pPr>
            <a:r>
              <a:rPr sz="1800">
                <a:solidFill>
                  <a:prstClr val="black"/>
                </a:solidFill>
                <a:latin typeface="Helvetica Neue"/>
                <a:ea typeface="Helvetica Neue"/>
                <a:cs typeface="Helvetica Neue"/>
              </a:rPr>
              <a:t>Viết lại tiêu chí chấp nhận và giữ nguyên ý định nghiệp vụ ban đầu.</a:t>
            </a:r>
          </a:p>
        </p:txBody>
      </p:sp>
      <p:sp>
        <p:nvSpPr>
          <p:cNvPr id="5" name="Footer Placeholder 4">
            <a:extLst xmlns:a="http://schemas.openxmlformats.org/drawingml/2006/main">
              <a:ext uri="{FF2B5EF4-FFF2-40B4-BE49-F238E27FC236}">
                <a16:creationId xmlns:a16="http://schemas.microsoft.com/office/drawing/2014/main" id="{41655C29-3D04-D88C-395C-E6000B5894F9}"/>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t>AIQE ARTD</a:t>
            </a:r>
            <a:endParaRPr sz="1100"/>
          </a:p>
        </p:txBody>
      </p:sp>
      <p:graphicFrame>
        <p:nvGraphicFramePr>
          <p:cNvPr id="544" name="Chart"/>
          <p:cNvGraphicFramePr/>
          <p:nvPr/>
        </p:nvGraphicFramePr>
        <p:xfrm>
          <a:off xmlns:a="http://schemas.openxmlformats.org/drawingml/2006/main" x="409575" y="1057275"/>
          <a:ext xmlns:a="http://schemas.openxmlformats.org/drawingml/2006/main" cx="5124450" cy="4762500"/>
        </p:xfrm>
        <a:graphic xmlns:a="http://schemas.openxmlformats.org/drawingml/2006/main">
          <a:graphicData uri="http://schemas.openxmlformats.org/drawingml/2006/chart">
            <c:chart xmlns:r="http://schemas.openxmlformats.org/officeDocument/2006/relationships" xmlns:c="http://schemas.openxmlformats.org/drawingml/2006/chart" r:id="Rbd69dd763a3d40e1"/>
          </a:graphicData>
        </a:graphic>
      </p:graphicFrame>
    </p:spTree>
    <p:extLst>
      <p:ext uri="{BB962C8B-B14F-4D97-AF65-F5344CB8AC3E}">
        <p14:creationId xmlns:p14="http://schemas.microsoft.com/office/powerpoint/2010/main" val="31459752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DBC152D0-CDF3-969A-A32E-0A1C97DA9364}"/>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00000000-1234-1234-1234-123412341234}" type="slidenum">
              <a:t>13</a:t>
            </a:fld>
            <a:endParaRPr/>
          </a:p>
        </p:txBody>
      </p:sp>
      <p:sp>
        <p:nvSpPr>
          <p:cNvPr id="533" name="Google Shape;533;p58">
            <a:extLst xmlns:a="http://schemas.openxmlformats.org/drawingml/2006/main">
              <a:ext uri="{FF2B5EF4-FFF2-40B4-BE49-F238E27FC236}">
                <a16:creationId xmlns:a16="http://schemas.microsoft.com/office/drawing/2014/main" id="{9CA28587-E9DB-FD6E-67D5-B6C4D20349B7}"/>
              </a:ext>
            </a:extLst>
          </p:cNvPr>
          <p:cNvSpPr>
            <a:spLocks xmlns:a="http://schemas.openxmlformats.org/drawingml/2006/main" noGrp="1"/>
          </p:cNvSpPr>
          <p:nvPr>
            <p:ph type="title" idx="0"/>
          </p:nvPr>
        </p:nvSpPr>
        <p:spPr>
          <a:xfrm xmlns:a="http://schemas.openxmlformats.org/drawingml/2006/main">
            <a:off x="393700" y="344008"/>
            <a:ext cx="7835900" cy="1047491"/>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Học phần 2: Truy vết và khoảng trống bao phủ</a:t>
            </a:r>
            <a:endParaRPr/>
          </a:p>
        </p:txBody>
      </p:sp>
      <p:sp>
        <p:nvSpPr>
          <p:cNvPr id="12" name="Content Placeholder 10">
            <a:extLst xmlns:a="http://schemas.openxmlformats.org/drawingml/2006/main">
              <a:ext uri="{FF2B5EF4-FFF2-40B4-BE49-F238E27FC236}">
                <a16:creationId xmlns:a16="http://schemas.microsoft.com/office/drawing/2014/main" id="{2575F3F3-5548-310C-CA8A-2BB5F4F14EC8}"/>
              </a:ext>
            </a:extLst>
          </p:cNvPr>
          <p:cNvSpPr>
            <a:spLocks xmlns:a="http://schemas.openxmlformats.org/drawingml/2006/main" noGrp="1"/>
          </p:cNvSpPr>
          <p:nvPr/>
        </p:nvSpPr>
        <p:spPr>
          <a:xfrm xmlns:a="http://schemas.openxmlformats.org/drawingml/2006/main">
            <a:off x="6972300" y="2374901"/>
            <a:ext cx="48260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solidFill>
                  <a:prstClr val="black"/>
                </a:solidFill>
                <a:latin typeface="Helvetica Neue"/>
                <a:ea typeface="Helvetica Neue"/>
                <a:cs typeface="Helvetica Neue"/>
              </a:rPr>
              <a:t>Trạng thái bao phủ</a:t>
            </a:r>
          </a:p>
        </p:txBody>
      </p:sp>
      <p:sp>
        <p:nvSpPr>
          <p:cNvPr id="15" name="Content Placeholder 10">
            <a:extLst xmlns:a="http://schemas.openxmlformats.org/drawingml/2006/main">
              <a:ext uri="{FF2B5EF4-FFF2-40B4-BE49-F238E27FC236}">
                <a16:creationId xmlns:a16="http://schemas.microsoft.com/office/drawing/2014/main" id="{C50C3B7B-28A7-FE2B-805B-9E84EA8C0281}"/>
              </a:ext>
            </a:extLst>
          </p:cNvPr>
          <p:cNvSpPr>
            <a:spLocks xmlns:a="http://schemas.openxmlformats.org/drawingml/2006/main" noGrp="1"/>
          </p:cNvSpPr>
          <p:nvPr/>
        </p:nvSpPr>
        <p:spPr>
          <a:xfrm xmlns:a="http://schemas.openxmlformats.org/drawingml/2006/main">
            <a:off x="4851400" y="2374901"/>
            <a:ext cx="18669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solidFill>
                  <a:schemeClr val="accent5">
                    <a:lumMod val="50000"/>
                  </a:schemeClr>
                </a:solidFill>
                <a:latin typeface="Helvetica Neue Medium"/>
                <a:ea typeface="Helvetica Neue Medium"/>
                <a:cs typeface="Helvetica Neue Medium"/>
              </a:rPr>
              <a:t>Đầy đủ, một phần, gián tiếp, không có</a:t>
            </a:r>
          </a:p>
        </p:txBody>
      </p:sp>
      <p:sp>
        <p:nvSpPr>
          <p:cNvPr id="16" name="Content Placeholder 10">
            <a:extLst xmlns:a="http://schemas.openxmlformats.org/drawingml/2006/main">
              <a:ext uri="{FF2B5EF4-FFF2-40B4-BE49-F238E27FC236}">
                <a16:creationId xmlns:a16="http://schemas.microsoft.com/office/drawing/2014/main" id="{A989BD75-DE8D-B290-9745-1D9E8821A8C5}"/>
              </a:ext>
            </a:extLst>
          </p:cNvPr>
          <p:cNvSpPr>
            <a:spLocks xmlns:a="http://schemas.openxmlformats.org/drawingml/2006/main" noGrp="1"/>
          </p:cNvSpPr>
          <p:nvPr/>
        </p:nvSpPr>
        <p:spPr>
          <a:xfrm xmlns:a="http://schemas.openxmlformats.org/drawingml/2006/main">
            <a:off x="6972300" y="3365501"/>
            <a:ext cx="48260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solidFill>
                  <a:prstClr val="black"/>
                </a:solidFill>
                <a:latin typeface="Helvetica Neue"/>
                <a:ea typeface="Helvetica Neue"/>
                <a:cs typeface="Helvetica Neue"/>
              </a:rPr>
              <a:t>Chiều bao phủ</a:t>
            </a:r>
          </a:p>
        </p:txBody>
      </p:sp>
      <p:sp>
        <p:nvSpPr>
          <p:cNvPr id="17" name="Content Placeholder 10">
            <a:extLst xmlns:a="http://schemas.openxmlformats.org/drawingml/2006/main">
              <a:ext uri="{FF2B5EF4-FFF2-40B4-BE49-F238E27FC236}">
                <a16:creationId xmlns:a16="http://schemas.microsoft.com/office/drawing/2014/main" id="{E53F591C-9E43-179D-176D-24989B8B7303}"/>
              </a:ext>
            </a:extLst>
          </p:cNvPr>
          <p:cNvSpPr>
            <a:spLocks xmlns:a="http://schemas.openxmlformats.org/drawingml/2006/main" noGrp="1"/>
          </p:cNvSpPr>
          <p:nvPr/>
        </p:nvSpPr>
        <p:spPr>
          <a:xfrm xmlns:a="http://schemas.openxmlformats.org/drawingml/2006/main">
            <a:off x="4851400" y="3365501"/>
            <a:ext cx="18669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solidFill>
                  <a:schemeClr val="accent5">
                    <a:lumMod val="50000"/>
                  </a:schemeClr>
                </a:solidFill>
                <a:latin typeface="Helvetica Neue Medium"/>
                <a:ea typeface="Helvetica Neue Medium"/>
                <a:cs typeface="Helvetica Neue Medium"/>
              </a:rPr>
              <a:t>Vai trò, trạng thái, quy tắc, giao diện</a:t>
            </a:r>
          </a:p>
        </p:txBody>
      </p:sp>
      <p:sp>
        <p:nvSpPr>
          <p:cNvPr id="18" name="Content Placeholder 10">
            <a:extLst xmlns:a="http://schemas.openxmlformats.org/drawingml/2006/main">
              <a:ext uri="{FF2B5EF4-FFF2-40B4-BE49-F238E27FC236}">
                <a16:creationId xmlns:a16="http://schemas.microsoft.com/office/drawing/2014/main" id="{A7B38CBA-379D-8AEA-4C18-49046133E7A5}"/>
              </a:ext>
            </a:extLst>
          </p:cNvPr>
          <p:cNvSpPr>
            <a:spLocks xmlns:a="http://schemas.openxmlformats.org/drawingml/2006/main" noGrp="1"/>
          </p:cNvSpPr>
          <p:nvPr/>
        </p:nvSpPr>
        <p:spPr>
          <a:xfrm xmlns:a="http://schemas.openxmlformats.org/drawingml/2006/main">
            <a:off x="6972300" y="4356101"/>
            <a:ext cx="48260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solidFill>
                  <a:prstClr val="black"/>
                </a:solidFill>
                <a:latin typeface="Helvetica Neue"/>
                <a:ea typeface="Helvetica Neue"/>
                <a:cs typeface="Helvetica Neue"/>
              </a:rPr>
              <a:t>Chất lượng tài sản</a:t>
            </a:r>
          </a:p>
        </p:txBody>
      </p:sp>
      <p:sp>
        <p:nvSpPr>
          <p:cNvPr id="19" name="Content Placeholder 10">
            <a:extLst xmlns:a="http://schemas.openxmlformats.org/drawingml/2006/main">
              <a:ext uri="{FF2B5EF4-FFF2-40B4-BE49-F238E27FC236}">
                <a16:creationId xmlns:a16="http://schemas.microsoft.com/office/drawing/2014/main" id="{C558135D-EC8F-1FA0-D966-C8D4FA20ED2A}"/>
              </a:ext>
            </a:extLst>
          </p:cNvPr>
          <p:cNvSpPr>
            <a:spLocks xmlns:a="http://schemas.openxmlformats.org/drawingml/2006/main" noGrp="1"/>
          </p:cNvSpPr>
          <p:nvPr/>
        </p:nvSpPr>
        <p:spPr>
          <a:xfrm xmlns:a="http://schemas.openxmlformats.org/drawingml/2006/main">
            <a:off x="4851400" y="4356101"/>
            <a:ext cx="18669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solidFill>
                  <a:schemeClr val="accent5">
                    <a:lumMod val="50000"/>
                  </a:schemeClr>
                </a:solidFill>
                <a:latin typeface="Helvetica Neue Medium"/>
                <a:ea typeface="Helvetica Neue Medium"/>
                <a:cs typeface="Helvetica Neue Medium"/>
              </a:rPr>
              <a:t>Trùng lặp, đơn lẻ, lỗi thời</a:t>
            </a:r>
          </a:p>
        </p:txBody>
      </p:sp>
      <p:sp>
        <p:nvSpPr>
          <p:cNvPr id="20" name="Content Placeholder 10">
            <a:extLst xmlns:a="http://schemas.openxmlformats.org/drawingml/2006/main">
              <a:ext uri="{FF2B5EF4-FFF2-40B4-BE49-F238E27FC236}">
                <a16:creationId xmlns:a16="http://schemas.microsoft.com/office/drawing/2014/main" id="{59682F0D-6358-B00F-89D9-1AC37090297F}"/>
              </a:ext>
            </a:extLst>
          </p:cNvPr>
          <p:cNvSpPr>
            <a:spLocks xmlns:a="http://schemas.openxmlformats.org/drawingml/2006/main" noGrp="1"/>
          </p:cNvSpPr>
          <p:nvPr/>
        </p:nvSpPr>
        <p:spPr>
          <a:xfrm xmlns:a="http://schemas.openxmlformats.org/drawingml/2006/main">
            <a:off x="6972300" y="5359401"/>
            <a:ext cx="48260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solidFill>
                  <a:prstClr val="black"/>
                </a:solidFill>
                <a:latin typeface="Helvetica Neue"/>
                <a:ea typeface="Helvetica Neue"/>
                <a:cs typeface="Helvetica Neue"/>
              </a:rPr>
              <a:t>Thay đổi yêu cầu</a:t>
            </a:r>
          </a:p>
        </p:txBody>
      </p:sp>
      <p:sp>
        <p:nvSpPr>
          <p:cNvPr id="21" name="Content Placeholder 10">
            <a:extLst xmlns:a="http://schemas.openxmlformats.org/drawingml/2006/main">
              <a:ext uri="{FF2B5EF4-FFF2-40B4-BE49-F238E27FC236}">
                <a16:creationId xmlns:a16="http://schemas.microsoft.com/office/drawing/2014/main" id="{858787E0-CB4B-BCAC-702A-ECD3032DFC33}"/>
              </a:ext>
            </a:extLst>
          </p:cNvPr>
          <p:cNvSpPr>
            <a:spLocks xmlns:a="http://schemas.openxmlformats.org/drawingml/2006/main" noGrp="1"/>
          </p:cNvSpPr>
          <p:nvPr/>
        </p:nvSpPr>
        <p:spPr>
          <a:xfrm xmlns:a="http://schemas.openxmlformats.org/drawingml/2006/main">
            <a:off x="4851400" y="5359401"/>
            <a:ext cx="18669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solidFill>
                  <a:schemeClr val="accent5">
                    <a:lumMod val="50000"/>
                  </a:schemeClr>
                </a:solidFill>
                <a:latin typeface="Helvetica Neue Medium"/>
                <a:ea typeface="Helvetica Neue Medium"/>
                <a:cs typeface="Helvetica Neue Medium"/>
              </a:rPr>
              <a:t>Tác động trực tiếp và gián tiếp</a:t>
            </a:r>
          </a:p>
        </p:txBody>
      </p:sp>
      <p:sp>
        <p:nvSpPr>
          <p:cNvPr id="3" name="Google Shape;534;p58">
            <a:extLst xmlns:a="http://schemas.openxmlformats.org/drawingml/2006/main">
              <a:ext uri="{FF2B5EF4-FFF2-40B4-BE49-F238E27FC236}">
                <a16:creationId xmlns:a16="http://schemas.microsoft.com/office/drawing/2014/main" id="{982CDA0F-E73C-7EBB-EE08-FECCE69C5189}"/>
              </a:ext>
            </a:extLst>
          </p:cNvPr>
          <p:cNvSpPr>
            <a:spLocks xmlns:a="http://schemas.openxmlformats.org/drawingml/2006/main" noGrp="1"/>
          </p:cNvSpPr>
          <p:nvPr/>
        </p:nvSpPr>
        <p:spPr>
          <a:xfrm xmlns:a="http://schemas.openxmlformats.org/drawingml/2006/main">
            <a:off x="393700" y="2374901"/>
            <a:ext cx="3568700" cy="3619499"/>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800">
                <a:latin typeface="Helvetica Neue"/>
                <a:ea typeface="Helvetica Neue"/>
                <a:cs typeface="Helvetica Neue"/>
              </a:rPr>
              <a:t>Mục tiêu</a:t>
            </a:r>
          </a:p>
          <a:p xmlns:a="http://schemas.openxmlformats.org/drawingml/2006/main">
            <a:pPr marL="0" indent="0">
              <a:lnSpc>
                <a:spcPct val="114000"/>
              </a:lnSpc>
              <a:spcBef>
                <a:spcPts val="0"/>
              </a:spcBef>
              <a:spcAft>
                <a:spcPts val="800"/>
              </a:spcAft>
              <a:buFont typeface="Arial"/>
              <a:buNone/>
            </a:pPr>
            <a:r>
              <a:rPr sz="1800">
                <a:latin typeface="Helvetica Neue"/>
                <a:ea typeface="Helvetica Neue"/>
                <a:cs typeface="Helvetica Neue"/>
              </a:rPr>
              <a:t>Xây dựng liên kết có thể bảo vệ giữa yêu cầu, rủi ro, kịch bản, ca kiểm thử, dữ liệu và bằng chứng thực thi.</a:t>
            </a:r>
          </a:p>
          <a:p xmlns:a="http://schemas.openxmlformats.org/drawingml/2006/main">
            <a:pPr marL="0" indent="0">
              <a:lnSpc>
                <a:spcPct val="114000"/>
              </a:lnSpc>
              <a:spcBef>
                <a:spcPts val="0"/>
              </a:spcBef>
              <a:spcAft>
                <a:spcPts val="800"/>
              </a:spcAft>
              <a:buNone/>
            </a:pPr>
            <a:r>
              <a:rPr sz="1800">
                <a:latin typeface="Helvetica Neue"/>
                <a:ea typeface="Helvetica Neue"/>
                <a:cs typeface="Helvetica Neue"/>
              </a:rPr>
              <a:t/>
            </a:r>
          </a:p>
          <a:p xmlns:a="http://schemas.openxmlformats.org/drawingml/2006/main">
            <a:pPr marL="0" indent="0">
              <a:lnSpc>
                <a:spcPct val="114000"/>
              </a:lnSpc>
              <a:spcBef>
                <a:spcPts val="0"/>
              </a:spcBef>
              <a:spcAft>
                <a:spcPts val="800"/>
              </a:spcAft>
              <a:buNone/>
            </a:pPr>
            <a:r>
              <a:rPr sz="1800">
                <a:latin typeface="Helvetica Neue"/>
                <a:ea typeface="Helvetica Neue"/>
                <a:cs typeface="Helvetica Neue"/>
              </a:rPr>
              <a:t>Nguyên tắc chính</a:t>
            </a:r>
          </a:p>
          <a:p xmlns:a="http://schemas.openxmlformats.org/drawingml/2006/main">
            <a:pPr marL="0" indent="0">
              <a:lnSpc>
                <a:spcPct val="114000"/>
              </a:lnSpc>
              <a:spcBef>
                <a:spcPts val="0"/>
              </a:spcBef>
              <a:spcAft>
                <a:spcPts val="800"/>
              </a:spcAft>
              <a:buNone/>
            </a:pPr>
            <a:r>
              <a:rPr sz="1800">
                <a:latin typeface="Helvetica Neue"/>
                <a:ea typeface="Helvetica Neue"/>
                <a:cs typeface="Helvetica Neue"/>
              </a:rPr>
              <a:t>Độ giống nhau của từ khóa chỉ đề xuất liên kết ứng viên. Bằng chứng hành vi mới xác nhận mức bao phủ.</a:t>
            </a:r>
          </a:p>
        </p:txBody>
      </p:sp>
      <p:sp>
        <p:nvSpPr>
          <p:cNvPr id="2" name="Footer Placeholder 1">
            <a:extLst xmlns:a="http://schemas.openxmlformats.org/drawingml/2006/main">
              <a:ext uri="{FF2B5EF4-FFF2-40B4-BE49-F238E27FC236}">
                <a16:creationId xmlns:a16="http://schemas.microsoft.com/office/drawing/2014/main" id="{B4523B68-CB58-F426-D824-531128F4CB92}"/>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t>AIQE ARTD</a:t>
            </a:r>
            <a:endParaRPr sz="1100"/>
          </a:p>
        </p:txBody>
      </p:sp>
    </p:spTree>
    <p:extLst>
      <p:ext uri="{BB962C8B-B14F-4D97-AF65-F5344CB8AC3E}">
        <p14:creationId xmlns:p14="http://schemas.microsoft.com/office/powerpoint/2010/main" val="67611695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6" name="Content Placeholder 15">
            <a:extLst xmlns:a="http://schemas.openxmlformats.org/drawingml/2006/main">
              <a:ext uri="{FF2B5EF4-FFF2-40B4-BE49-F238E27FC236}">
                <a16:creationId xmlns:a16="http://schemas.microsoft.com/office/drawing/2014/main" id="{0BCC789E-87DC-C416-5298-C7F6E26A9533}"/>
              </a:ext>
            </a:extLst>
          </p:cNvPr>
          <p:cNvSpPr>
            <a:spLocks xmlns:a="http://schemas.openxmlformats.org/drawingml/2006/main" noGrp="1"/>
          </p:cNvSpPr>
          <p:nvPr>
            <p:ph idx="1"/>
          </p:nvPr>
        </p:nvSpPr>
        <p:spPr>
          <a:xfrm xmlns:a="http://schemas.openxmlformats.org/drawingml/2006/main">
            <a:off x="393700" y="3822700"/>
            <a:ext cx="2595934" cy="1168400"/>
          </a:xfrm>
        </p:spPr>
        <p:txBody>
          <a:bodyPr xmlns:a="http://schemas.openxmlformats.org/drawingml/2006/main">
            <a:noAutofit/>
          </a:bodyPr>
          <a:lstStyle xmlns:a="http://schemas.openxmlformats.org/drawingml/2006/main"/>
          <a:p xmlns:a="http://schemas.openxmlformats.org/drawingml/2006/main">
            <a:pPr marL="0" indent="0">
              <a:lnSpc>
                <a:spcPct val="114000"/>
              </a:lnSpc>
              <a:spcBef>
                <a:spcPts val="0"/>
              </a:spcBef>
              <a:spcAft>
                <a:spcPts val="800"/>
              </a:spcAft>
              <a:buNone/>
            </a:pPr>
            <a:r>
              <a:rPr>
                <a:latin typeface="Helvetica Neue"/>
                <a:ea typeface="Helvetica Neue"/>
                <a:cs typeface="Helvetica Neue"/>
              </a:rPr>
              <a:t>Yêu cầu và rủi ro</a:t>
            </a:r>
          </a:p>
          <a:p xmlns:a="http://schemas.openxmlformats.org/drawingml/2006/main">
            <a:pPr marL="0" indent="0">
              <a:lnSpc>
                <a:spcPct val="114000"/>
              </a:lnSpc>
              <a:spcBef>
                <a:spcPts val="0"/>
              </a:spcBef>
              <a:spcAft>
                <a:spcPts val="800"/>
              </a:spcAft>
              <a:buNone/>
            </a:pPr>
            <a:r>
              <a:rPr>
                <a:latin typeface="Helvetica Neue"/>
                <a:ea typeface="Helvetica Neue"/>
                <a:cs typeface="Helvetica Neue"/>
              </a:rPr>
              <a:t>Nêu hành vi nghiệp vụ, kỳ vọng chất lượng và hậu quả khi xảy ra lỗi.</a:t>
            </a:r>
          </a:p>
        </p:txBody>
      </p:sp>
      <p:sp>
        <p:nvSpPr>
          <p:cNvPr id="4" name="Slide Number Placeholder 3">
            <a:extLst xmlns:a="http://schemas.openxmlformats.org/drawingml/2006/main">
              <a:ext uri="{FF2B5EF4-FFF2-40B4-BE49-F238E27FC236}">
                <a16:creationId xmlns:a16="http://schemas.microsoft.com/office/drawing/2014/main" id="{6BBF0163-E4B1-61D1-776D-45470B16F0F4}"/>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8574A810-7A8E-054F-9F6B-09E9C694ECF9}" type="slidenum">
              <a:t>14</a:t>
            </a:fld>
            <a:endParaRPr sz="1100"/>
          </a:p>
        </p:txBody>
      </p:sp>
      <p:sp>
        <p:nvSpPr>
          <p:cNvPr id="11" name="Title 10">
            <a:extLst xmlns:a="http://schemas.openxmlformats.org/drawingml/2006/main">
              <a:ext uri="{FF2B5EF4-FFF2-40B4-BE49-F238E27FC236}">
                <a16:creationId xmlns:a16="http://schemas.microsoft.com/office/drawing/2014/main" id="{9759E2FE-9F02-E1B4-EBBC-AA8624ACC339}"/>
              </a:ext>
            </a:extLst>
          </p:cNvPr>
          <p:cNvSpPr>
            <a:spLocks xmlns:a="http://schemas.openxmlformats.org/drawingml/2006/main" noGrp="1"/>
          </p:cNvSpPr>
          <p:nvPr>
            <p:ph type="title" idx="0"/>
          </p:nvPr>
        </p:nvSpPr>
        <p:spPr>
          <a:xfrm xmlns:a="http://schemas.openxmlformats.org/drawingml/2006/main">
            <a:off x="393700" y="344008"/>
            <a:ext cx="7846838" cy="1034893"/>
          </a:xfrm>
        </p:spPr>
        <p:txBody>
          <a:bodyPr xmlns:a="http://schemas.openxmlformats.org/drawingml/2006/main"/>
          <a:lstStyle xmlns:a="http://schemas.openxmlformats.org/drawingml/2006/main"/>
          <a:p xmlns:a="http://schemas.openxmlformats.org/drawingml/2006/main">
            <a:r>
              <a:t>Chuỗi truy vết</a:t>
            </a:r>
          </a:p>
        </p:txBody>
      </p:sp>
      <p:sp>
        <p:nvSpPr>
          <p:cNvPr id="17" name="Text Placeholder 16">
            <a:extLst xmlns:a="http://schemas.openxmlformats.org/drawingml/2006/main">
              <a:ext uri="{FF2B5EF4-FFF2-40B4-BE49-F238E27FC236}">
                <a16:creationId xmlns:a16="http://schemas.microsoft.com/office/drawing/2014/main" id="{986AEEE5-7F7B-65AD-1D88-9157CF0514D8}"/>
              </a:ext>
            </a:extLst>
          </p:cNvPr>
          <p:cNvSpPr>
            <a:spLocks xmlns:a="http://schemas.openxmlformats.org/drawingml/2006/main" noGrp="1"/>
          </p:cNvSpPr>
          <p:nvPr>
            <p:ph type="body" idx="12"/>
          </p:nvPr>
        </p:nvSpPr>
        <p:spPr>
          <a:xfrm xmlns:a="http://schemas.openxmlformats.org/drawingml/2006/main">
            <a:off x="4317119" y="3822700"/>
            <a:ext cx="2595934" cy="1168400"/>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pPr>
            <a:r>
              <a:rPr sz="1600" b="0" i="0" u="none" cap="none" spc="0">
                <a:ln>
                  <a:noFill/>
                </a:ln>
                <a:solidFill>
                  <a:prstClr val="black"/>
                </a:solidFill>
                <a:latin typeface="Helvetica Neue"/>
                <a:ea typeface="Helvetica Neue"/>
                <a:cs typeface="Helvetica Neue"/>
              </a:rPr>
              <a:t>Kịch bản và ca kiểm thử</a:t>
            </a:r>
          </a:p>
          <a:p xmlns:a="http://schemas.openxmlformats.org/drawingml/2006/main">
            <a:pPr marL="0" marR="0" lvl="0" indent="0" algn="l" defTabSz="914400">
              <a:lnSpc>
                <a:spcPct val="114000"/>
              </a:lnSpc>
              <a:spcBef>
                <a:spcPts val="0"/>
              </a:spcBef>
              <a:spcAft>
                <a:spcPts val="800"/>
              </a:spcAft>
              <a:buClrTx/>
              <a:buSzTx/>
              <a:buFont typeface="Arial"/>
              <a:buNone/>
            </a:pPr>
            <a:r>
              <a:rPr sz="1600" b="0" i="0" u="none" cap="none" spc="0">
                <a:ln>
                  <a:noFill/>
                </a:ln>
                <a:solidFill>
                  <a:prstClr val="black"/>
                </a:solidFill>
                <a:latin typeface="Helvetica Neue"/>
                <a:ea typeface="Helvetica Neue"/>
                <a:cs typeface="Helvetica Neue"/>
              </a:rPr>
              <a:t>Chỉ ra điều kiện, biến thể, hành động và tiêu chí xác nhận tạo ra bao phủ trực tiếp.</a:t>
            </a:r>
          </a:p>
        </p:txBody>
      </p:sp>
      <p:sp>
        <p:nvSpPr>
          <p:cNvPr id="18" name="Content Placeholder 17">
            <a:extLst xmlns:a="http://schemas.openxmlformats.org/drawingml/2006/main">
              <a:ext uri="{FF2B5EF4-FFF2-40B4-BE49-F238E27FC236}">
                <a16:creationId xmlns:a16="http://schemas.microsoft.com/office/drawing/2014/main" id="{B32A8A18-E9FA-02B4-6667-53C019EC43C0}"/>
              </a:ext>
            </a:extLst>
          </p:cNvPr>
          <p:cNvSpPr>
            <a:spLocks xmlns:a="http://schemas.openxmlformats.org/drawingml/2006/main" noGrp="1"/>
          </p:cNvSpPr>
          <p:nvPr>
            <p:ph idx="13"/>
          </p:nvPr>
        </p:nvSpPr>
        <p:spPr>
          <a:xfrm xmlns:a="http://schemas.openxmlformats.org/drawingml/2006/main">
            <a:off x="8240538" y="3822700"/>
            <a:ext cx="2595934" cy="1168400"/>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pPr>
            <a:r>
              <a:rPr b="0" i="0" u="none" cap="none" spc="0">
                <a:ln>
                  <a:noFill/>
                </a:ln>
                <a:solidFill>
                  <a:prstClr val="black"/>
                </a:solidFill>
                <a:latin typeface="Helvetica Neue"/>
                <a:ea typeface="Helvetica Neue"/>
                <a:cs typeface="Helvetica Neue"/>
              </a:rPr>
              <a:t>Bằng chứng thực thi</a:t>
            </a:r>
          </a:p>
          <a:p xmlns:a="http://schemas.openxmlformats.org/drawingml/2006/main">
            <a:pPr marL="0" marR="0" lvl="0" indent="0" algn="l" defTabSz="914400">
              <a:lnSpc>
                <a:spcPct val="114000"/>
              </a:lnSpc>
              <a:spcBef>
                <a:spcPts val="0"/>
              </a:spcBef>
              <a:spcAft>
                <a:spcPts val="800"/>
              </a:spcAft>
              <a:buClrTx/>
              <a:buSzTx/>
              <a:buFont typeface="Arial"/>
              <a:buNone/>
            </a:pPr>
            <a:r>
              <a:rPr b="0" i="0" u="none" cap="none" spc="0">
                <a:ln>
                  <a:noFill/>
                </a:ln>
                <a:solidFill>
                  <a:prstClr val="black"/>
                </a:solidFill>
                <a:latin typeface="Helvetica Neue"/>
                <a:ea typeface="Helvetica Neue"/>
                <a:cs typeface="Helvetica Neue"/>
              </a:rPr>
              <a:t>Liên kết kết quả, lỗi, môi trường, phiên bản dữ liệu và quyết định phát hành.</a:t>
            </a:r>
          </a:p>
        </p:txBody>
      </p:sp>
      <p:cxnSp>
        <p:nvCxnSpPr>
          <p:cNvPr id="24" name="Google Shape;2259;p159"/>
          <p:cNvCxnSpPr>
            <a:stCxn xmlns:a="http://schemas.openxmlformats.org/drawingml/2006/main" id="3" idx="2"/>
          </p:cNvCxnSpPr>
          <p:nvPr/>
        </p:nvCxnSpPr>
        <p:spPr>
          <a:xfrm xmlns:a="http://schemas.openxmlformats.org/drawingml/2006/main">
            <a:off x="337718" y="3373753"/>
            <a:ext cx="12245400" cy="30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3" name="Google Shape;2260;p159">
            <a:extLst xmlns:a="http://schemas.openxmlformats.org/drawingml/2006/main">
              <a:ext uri="{FF2B5EF4-FFF2-40B4-BE49-F238E27FC236}">
                <a16:creationId xmlns:a16="http://schemas.microsoft.com/office/drawing/2014/main" id="{39A86B1D-EA5D-3FA6-7D83-8F21D70E330E}"/>
              </a:ext>
            </a:extLst>
          </p:cNvPr>
          <p:cNvSpPr>
            <a:spLocks xmlns:a="http://schemas.openxmlformats.org/drawingml/2006/main" noGrp="1"/>
          </p:cNvSpPr>
          <p:nvPr/>
        </p:nvSpPr>
        <p:spPr>
          <a:xfrm xmlns:a="http://schemas.openxmlformats.org/drawingml/2006/main">
            <a:off x="337718" y="3320203"/>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5" name="Google Shape;2261;p159">
            <a:extLst xmlns:a="http://schemas.openxmlformats.org/drawingml/2006/main">
              <a:ext uri="{FF2B5EF4-FFF2-40B4-BE49-F238E27FC236}">
                <a16:creationId xmlns:a16="http://schemas.microsoft.com/office/drawing/2014/main" id="{A1013DAF-A2C3-BC42-73D5-9D8AB55DCA94}"/>
              </a:ext>
            </a:extLst>
          </p:cNvPr>
          <p:cNvSpPr>
            <a:spLocks xmlns:a="http://schemas.openxmlformats.org/drawingml/2006/main" noGrp="1"/>
          </p:cNvSpPr>
          <p:nvPr/>
        </p:nvSpPr>
        <p:spPr>
          <a:xfrm xmlns:a="http://schemas.openxmlformats.org/drawingml/2006/main">
            <a:off x="4251750" y="3320203"/>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6" name="Google Shape;2262;p159">
            <a:extLst xmlns:a="http://schemas.openxmlformats.org/drawingml/2006/main">
              <a:ext uri="{FF2B5EF4-FFF2-40B4-BE49-F238E27FC236}">
                <a16:creationId xmlns:a16="http://schemas.microsoft.com/office/drawing/2014/main" id="{4654A74A-2C40-A8C6-E9F9-43C58A3ADE20}"/>
              </a:ext>
            </a:extLst>
          </p:cNvPr>
          <p:cNvSpPr>
            <a:spLocks xmlns:a="http://schemas.openxmlformats.org/drawingml/2006/main" noGrp="1"/>
          </p:cNvSpPr>
          <p:nvPr/>
        </p:nvSpPr>
        <p:spPr>
          <a:xfrm xmlns:a="http://schemas.openxmlformats.org/drawingml/2006/main">
            <a:off x="8176050" y="3320203"/>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9" name="Content Placeholder 15">
            <a:extLst xmlns:a="http://schemas.openxmlformats.org/drawingml/2006/main">
              <a:ext uri="{FF2B5EF4-FFF2-40B4-BE49-F238E27FC236}">
                <a16:creationId xmlns:a16="http://schemas.microsoft.com/office/drawing/2014/main" id="{76C75857-E8EA-1B37-0464-3C7048D7FBEB}"/>
              </a:ext>
            </a:extLst>
          </p:cNvPr>
          <p:cNvSpPr>
            <a:spLocks xmlns:a="http://schemas.openxmlformats.org/drawingml/2006/main" noGrp="1"/>
          </p:cNvSpPr>
          <p:nvPr/>
        </p:nvSpPr>
        <p:spPr>
          <a:xfrm xmlns:a="http://schemas.openxmlformats.org/drawingml/2006/main">
            <a:off x="393700"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NGUỒN</a:t>
            </a:r>
          </a:p>
        </p:txBody>
      </p:sp>
      <p:sp>
        <p:nvSpPr>
          <p:cNvPr id="13" name="Content Placeholder 15">
            <a:extLst xmlns:a="http://schemas.openxmlformats.org/drawingml/2006/main">
              <a:ext uri="{FF2B5EF4-FFF2-40B4-BE49-F238E27FC236}">
                <a16:creationId xmlns:a16="http://schemas.microsoft.com/office/drawing/2014/main" id="{76AEECBA-C292-6302-8A8E-7EB14A54E420}"/>
              </a:ext>
            </a:extLst>
          </p:cNvPr>
          <p:cNvSpPr>
            <a:spLocks xmlns:a="http://schemas.openxmlformats.org/drawingml/2006/main" noGrp="1"/>
          </p:cNvSpPr>
          <p:nvPr/>
        </p:nvSpPr>
        <p:spPr>
          <a:xfrm xmlns:a="http://schemas.openxmlformats.org/drawingml/2006/main">
            <a:off x="4294187"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THIẾT KẾ</a:t>
            </a:r>
          </a:p>
        </p:txBody>
      </p:sp>
      <p:sp>
        <p:nvSpPr>
          <p:cNvPr id="14" name="Content Placeholder 15">
            <a:extLst xmlns:a="http://schemas.openxmlformats.org/drawingml/2006/main">
              <a:ext uri="{FF2B5EF4-FFF2-40B4-BE49-F238E27FC236}">
                <a16:creationId xmlns:a16="http://schemas.microsoft.com/office/drawing/2014/main" id="{95982BB0-2387-9BAA-9F14-F45500C04700}"/>
              </a:ext>
            </a:extLst>
          </p:cNvPr>
          <p:cNvSpPr>
            <a:spLocks xmlns:a="http://schemas.openxmlformats.org/drawingml/2006/main" noGrp="1"/>
          </p:cNvSpPr>
          <p:nvPr/>
        </p:nvSpPr>
        <p:spPr>
          <a:xfrm xmlns:a="http://schemas.openxmlformats.org/drawingml/2006/main">
            <a:off x="8223249"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BẰNG CHỨNG</a:t>
            </a:r>
          </a:p>
        </p:txBody>
      </p:sp>
      <p:sp>
        <p:nvSpPr>
          <p:cNvPr id="7" name="Footer Placeholder 6">
            <a:extLst xmlns:a="http://schemas.openxmlformats.org/drawingml/2006/main">
              <a:ext uri="{FF2B5EF4-FFF2-40B4-BE49-F238E27FC236}">
                <a16:creationId xmlns:a16="http://schemas.microsoft.com/office/drawing/2014/main" id="{3AC3A10F-8642-8154-9AEA-7110D289C62E}"/>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t>AIQE ARTD</a:t>
            </a:r>
            <a:endParaRPr sz="1100"/>
          </a:p>
        </p:txBody>
      </p:sp>
    </p:spTree>
    <p:extLst>
      <p:ext uri="{BB962C8B-B14F-4D97-AF65-F5344CB8AC3E}">
        <p14:creationId xmlns:p14="http://schemas.microsoft.com/office/powerpoint/2010/main" val="344633891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6" name="Content Placeholder 15">
            <a:extLst xmlns:a="http://schemas.openxmlformats.org/drawingml/2006/main">
              <a:ext uri="{FF2B5EF4-FFF2-40B4-BE49-F238E27FC236}">
                <a16:creationId xmlns:a16="http://schemas.microsoft.com/office/drawing/2014/main" id="{CBCE0023-EAF6-DE56-0E1C-82DBB43BC553}"/>
              </a:ext>
            </a:extLst>
          </p:cNvPr>
          <p:cNvSpPr>
            <a:spLocks xmlns:a="http://schemas.openxmlformats.org/drawingml/2006/main" noGrp="1"/>
          </p:cNvSpPr>
          <p:nvPr>
            <p:ph idx="1"/>
          </p:nvPr>
        </p:nvSpPr>
        <p:spPr>
          <a:xfrm xmlns:a="http://schemas.openxmlformats.org/drawingml/2006/main">
            <a:off x="393700" y="5790568"/>
            <a:ext cx="2595934" cy="208200"/>
          </a:xfrm>
        </p:spPr>
        <p:txBody>
          <a:bodyPr xmlns:a="http://schemas.openxmlformats.org/drawingml/2006/main">
            <a:noAutofit/>
          </a:bodyPr>
          <a:lstStyle xmlns:a="http://schemas.openxmlformats.org/drawingml/2006/main"/>
          <a:p xmlns:a="http://schemas.openxmlformats.org/drawingml/2006/main">
            <a:pPr marL="0" indent="0">
              <a:lnSpc>
                <a:spcPct val="114000"/>
              </a:lnSpc>
              <a:spcBef>
                <a:spcPts val="0"/>
              </a:spcBef>
              <a:spcAft>
                <a:spcPts val="800"/>
              </a:spcAft>
              <a:buNone/>
            </a:pPr>
            <a:r>
              <a:rPr>
                <a:latin typeface="Helvetica Neue"/>
                <a:ea typeface="Helvetica Neue"/>
                <a:cs typeface="Helvetica Neue"/>
              </a:rPr>
              <a:t>ĐẦU VÀO 1</a:t>
            </a:r>
          </a:p>
        </p:txBody>
      </p:sp>
      <p:sp>
        <p:nvSpPr>
          <p:cNvPr id="4" name="Slide Number Placeholder 3">
            <a:extLst xmlns:a="http://schemas.openxmlformats.org/drawingml/2006/main">
              <a:ext uri="{FF2B5EF4-FFF2-40B4-BE49-F238E27FC236}">
                <a16:creationId xmlns:a16="http://schemas.microsoft.com/office/drawing/2014/main" id="{7F3FA98E-8546-AC84-6BD4-8DF0BEBBB87D}"/>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8574A810-7A8E-054F-9F6B-09E9C694ECF9}" type="slidenum">
              <a:t>15</a:t>
            </a:fld>
            <a:endParaRPr sz="1100"/>
          </a:p>
        </p:txBody>
      </p:sp>
      <p:sp>
        <p:nvSpPr>
          <p:cNvPr id="11" name="Title 10">
            <a:extLst xmlns:a="http://schemas.openxmlformats.org/drawingml/2006/main">
              <a:ext uri="{FF2B5EF4-FFF2-40B4-BE49-F238E27FC236}">
                <a16:creationId xmlns:a16="http://schemas.microsoft.com/office/drawing/2014/main" id="{D802DC3F-F6C4-90E8-847D-BA0C2E4445D3}"/>
              </a:ext>
            </a:extLst>
          </p:cNvPr>
          <p:cNvSpPr>
            <a:spLocks xmlns:a="http://schemas.openxmlformats.org/drawingml/2006/main" noGrp="1"/>
          </p:cNvSpPr>
          <p:nvPr>
            <p:ph type="title" idx="0"/>
          </p:nvPr>
        </p:nvSpPr>
        <p:spPr>
          <a:xfrm xmlns:a="http://schemas.openxmlformats.org/drawingml/2006/main">
            <a:off x="393700" y="344009"/>
            <a:ext cx="11404600" cy="697392"/>
          </a:xfrm>
        </p:spPr>
        <p:txBody>
          <a:bodyPr xmlns:a="http://schemas.openxmlformats.org/drawingml/2006/main"/>
          <a:lstStyle xmlns:a="http://schemas.openxmlformats.org/drawingml/2006/main"/>
          <a:p xmlns:a="http://schemas.openxmlformats.org/drawingml/2006/main">
            <a:r>
              <a:t>Học phần 3: Sinh kịch bản</a:t>
            </a:r>
          </a:p>
        </p:txBody>
      </p:sp>
      <p:sp>
        <p:nvSpPr>
          <p:cNvPr id="17" name="Text Placeholder 16">
            <a:extLst xmlns:a="http://schemas.openxmlformats.org/drawingml/2006/main">
              <a:ext uri="{FF2B5EF4-FFF2-40B4-BE49-F238E27FC236}">
                <a16:creationId xmlns:a16="http://schemas.microsoft.com/office/drawing/2014/main" id="{32BEE64C-6563-1BB7-A623-639AFDE65B97}"/>
              </a:ext>
            </a:extLst>
          </p:cNvPr>
          <p:cNvSpPr>
            <a:spLocks xmlns:a="http://schemas.openxmlformats.org/drawingml/2006/main" noGrp="1"/>
          </p:cNvSpPr>
          <p:nvPr>
            <p:ph type="body" idx="12"/>
          </p:nvPr>
        </p:nvSpPr>
        <p:spPr>
          <a:xfrm xmlns:a="http://schemas.openxmlformats.org/drawingml/2006/main">
            <a:off x="4317119" y="5790568"/>
            <a:ext cx="2595934" cy="208200"/>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pPr>
            <a:r>
              <a:rPr sz="1600" b="0" i="0" u="none" cap="none" spc="0">
                <a:ln>
                  <a:noFill/>
                </a:ln>
                <a:solidFill>
                  <a:prstClr val="black"/>
                </a:solidFill>
                <a:latin typeface="Helvetica Neue"/>
                <a:ea typeface="Helvetica Neue"/>
                <a:cs typeface="Helvetica Neue"/>
              </a:rPr>
              <a:t>ĐẦU VÀO 2</a:t>
            </a:r>
          </a:p>
        </p:txBody>
      </p:sp>
      <p:sp>
        <p:nvSpPr>
          <p:cNvPr id="18" name="Content Placeholder 17">
            <a:extLst xmlns:a="http://schemas.openxmlformats.org/drawingml/2006/main">
              <a:ext uri="{FF2B5EF4-FFF2-40B4-BE49-F238E27FC236}">
                <a16:creationId xmlns:a16="http://schemas.microsoft.com/office/drawing/2014/main" id="{DDFD0C1C-1304-91F0-2C04-3F5E112B7B4E}"/>
              </a:ext>
            </a:extLst>
          </p:cNvPr>
          <p:cNvSpPr>
            <a:spLocks xmlns:a="http://schemas.openxmlformats.org/drawingml/2006/main" noGrp="1"/>
          </p:cNvSpPr>
          <p:nvPr>
            <p:ph idx="13"/>
          </p:nvPr>
        </p:nvSpPr>
        <p:spPr>
          <a:xfrm xmlns:a="http://schemas.openxmlformats.org/drawingml/2006/main">
            <a:off x="8240538" y="5790568"/>
            <a:ext cx="2595934" cy="208200"/>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pPr>
            <a:r>
              <a:rPr b="0" i="0" u="none" cap="none" spc="0">
                <a:ln>
                  <a:noFill/>
                </a:ln>
                <a:solidFill>
                  <a:prstClr val="black"/>
                </a:solidFill>
                <a:latin typeface="Helvetica Neue"/>
                <a:ea typeface="Helvetica Neue"/>
                <a:cs typeface="Helvetica Neue"/>
              </a:rPr>
              <a:t>ĐẦU VÀO 3</a:t>
            </a:r>
          </a:p>
        </p:txBody>
      </p:sp>
      <p:cxnSp>
        <p:nvCxnSpPr>
          <p:cNvPr id="31" name="Google Shape;2259;p159"/>
          <p:cNvCxnSpPr>
            <a:stCxn xmlns:a="http://schemas.openxmlformats.org/drawingml/2006/main" id="3" idx="2"/>
          </p:cNvCxnSpPr>
          <p:nvPr/>
        </p:nvCxnSpPr>
        <p:spPr>
          <a:xfrm xmlns:a="http://schemas.openxmlformats.org/drawingml/2006/main">
            <a:off x="337718" y="5341621"/>
            <a:ext cx="12245400" cy="30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3" name="Google Shape;2260;p159">
            <a:extLst xmlns:a="http://schemas.openxmlformats.org/drawingml/2006/main">
              <a:ext uri="{FF2B5EF4-FFF2-40B4-BE49-F238E27FC236}">
                <a16:creationId xmlns:a16="http://schemas.microsoft.com/office/drawing/2014/main" id="{96976673-0764-B027-B369-C8C94D395088}"/>
              </a:ext>
            </a:extLst>
          </p:cNvPr>
          <p:cNvSpPr>
            <a:spLocks xmlns:a="http://schemas.openxmlformats.org/drawingml/2006/main" noGrp="1"/>
          </p:cNvSpPr>
          <p:nvPr/>
        </p:nvSpPr>
        <p:spPr>
          <a:xfrm xmlns:a="http://schemas.openxmlformats.org/drawingml/2006/main">
            <a:off x="337718" y="5288071"/>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5" name="Google Shape;2261;p159">
            <a:extLst xmlns:a="http://schemas.openxmlformats.org/drawingml/2006/main">
              <a:ext uri="{FF2B5EF4-FFF2-40B4-BE49-F238E27FC236}">
                <a16:creationId xmlns:a16="http://schemas.microsoft.com/office/drawing/2014/main" id="{80D9DF3C-FD01-7A5C-C521-9B86480D4057}"/>
              </a:ext>
            </a:extLst>
          </p:cNvPr>
          <p:cNvSpPr>
            <a:spLocks xmlns:a="http://schemas.openxmlformats.org/drawingml/2006/main" noGrp="1"/>
          </p:cNvSpPr>
          <p:nvPr/>
        </p:nvSpPr>
        <p:spPr>
          <a:xfrm xmlns:a="http://schemas.openxmlformats.org/drawingml/2006/main">
            <a:off x="4251750" y="5288071"/>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6" name="Google Shape;2262;p159">
            <a:extLst xmlns:a="http://schemas.openxmlformats.org/drawingml/2006/main">
              <a:ext uri="{FF2B5EF4-FFF2-40B4-BE49-F238E27FC236}">
                <a16:creationId xmlns:a16="http://schemas.microsoft.com/office/drawing/2014/main" id="{37DF6577-8813-93FC-E0AA-22F96D3445FC}"/>
              </a:ext>
            </a:extLst>
          </p:cNvPr>
          <p:cNvSpPr>
            <a:spLocks xmlns:a="http://schemas.openxmlformats.org/drawingml/2006/main" noGrp="1"/>
          </p:cNvSpPr>
          <p:nvPr/>
        </p:nvSpPr>
        <p:spPr>
          <a:xfrm xmlns:a="http://schemas.openxmlformats.org/drawingml/2006/main">
            <a:off x="8176050" y="5288071"/>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20" name="Rounded Rectangle 19">
            <a:extLst xmlns:a="http://schemas.openxmlformats.org/drawingml/2006/main">
              <a:ext uri="{FF2B5EF4-FFF2-40B4-BE49-F238E27FC236}">
                <a16:creationId xmlns:a16="http://schemas.microsoft.com/office/drawing/2014/main" id="{18323F9C-3DB1-9BB3-9462-18B6435C1038}"/>
              </a:ext>
            </a:extLst>
          </p:cNvPr>
          <p:cNvSpPr>
            <a:spLocks xmlns:a="http://schemas.openxmlformats.org/drawingml/2006/main" noGrp="1"/>
          </p:cNvSpPr>
          <p:nvPr/>
        </p:nvSpPr>
        <p:spPr>
          <a:xfrm xmlns:a="http://schemas.openxmlformats.org/drawingml/2006/main">
            <a:off x="393700" y="1401762"/>
            <a:ext cx="3568700" cy="3619500"/>
          </a:xfrm>
          <a:prstGeom xmlns:a="http://schemas.openxmlformats.org/drawingml/2006/main" prst="roundRect">
            <a:avLst>
              <a:gd name="adj" fmla="val 3585"/>
            </a:avLst>
          </a:prstGeom>
          <a:solidFill xmlns:a="http://schemas.openxmlformats.org/drawingml/2006/main">
            <a:schemeClr val="accent5">
              <a:lumMod val="20000"/>
              <a:lumOff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Content Placeholder 8">
            <a:extLst xmlns:a="http://schemas.openxmlformats.org/drawingml/2006/main">
              <a:ext uri="{FF2B5EF4-FFF2-40B4-BE49-F238E27FC236}">
                <a16:creationId xmlns:a16="http://schemas.microsoft.com/office/drawing/2014/main" id="{052F45FF-C9C5-2664-7FF7-CFEC29737802}"/>
              </a:ext>
            </a:extLst>
          </p:cNvPr>
          <p:cNvSpPr>
            <a:spLocks xmlns:a="http://schemas.openxmlformats.org/drawingml/2006/main" noGrp="1"/>
          </p:cNvSpPr>
          <p:nvPr/>
        </p:nvSpPr>
        <p:spPr>
          <a:xfrm xmlns:a="http://schemas.openxmlformats.org/drawingml/2006/main">
            <a:off x="703381" y="1806797"/>
            <a:ext cx="2949339" cy="2566766"/>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800">
                <a:solidFill>
                  <a:prstClr val="black"/>
                </a:solidFill>
                <a:latin typeface="Helvetica Neue"/>
                <a:ea typeface="Helvetica Neue"/>
                <a:cs typeface="Helvetica Neue"/>
              </a:rPr>
              <a:t>Yêu cầu</a:t>
            </a:r>
          </a:p>
          <a:p xmlns:a="http://schemas.openxmlformats.org/drawingml/2006/main">
            <a:pPr marL="0" indent="0">
              <a:lnSpc>
                <a:spcPct val="114000"/>
              </a:lnSpc>
              <a:spcBef>
                <a:spcPts val="0"/>
              </a:spcBef>
              <a:spcAft>
                <a:spcPts val="800"/>
              </a:spcAft>
              <a:buNone/>
            </a:pPr>
            <a:r>
              <a:rPr sz="1800">
                <a:solidFill>
                  <a:prstClr val="black"/>
                </a:solidFill>
                <a:latin typeface="Helvetica Neue"/>
                <a:ea typeface="Helvetica Neue"/>
                <a:cs typeface="Helvetica Neue"/>
              </a:rPr>
              <a:t>Suy ra luồng quan trọng, kiểm tra hợp lệ, quy tắc nghiệp vụ, vai trò và hành vi ngoại lệ.</a:t>
            </a:r>
            <a:endParaRPr/>
          </a:p>
        </p:txBody>
      </p:sp>
      <p:sp>
        <p:nvSpPr>
          <p:cNvPr id="22" name="Rounded Rectangle 21">
            <a:extLst xmlns:a="http://schemas.openxmlformats.org/drawingml/2006/main">
              <a:ext uri="{FF2B5EF4-FFF2-40B4-BE49-F238E27FC236}">
                <a16:creationId xmlns:a16="http://schemas.microsoft.com/office/drawing/2014/main" id="{C3E867C1-C7DA-85C7-C8DC-55F132F2923B}"/>
              </a:ext>
            </a:extLst>
          </p:cNvPr>
          <p:cNvSpPr>
            <a:spLocks xmlns:a="http://schemas.openxmlformats.org/drawingml/2006/main" noGrp="1"/>
          </p:cNvSpPr>
          <p:nvPr/>
        </p:nvSpPr>
        <p:spPr>
          <a:xfrm xmlns:a="http://schemas.openxmlformats.org/drawingml/2006/main">
            <a:off x="4308475" y="1401762"/>
            <a:ext cx="3568700" cy="3619500"/>
          </a:xfrm>
          <a:prstGeom xmlns:a="http://schemas.openxmlformats.org/drawingml/2006/main" prst="roundRect">
            <a:avLst>
              <a:gd name="adj" fmla="val 3585"/>
            </a:avLst>
          </a:prstGeom>
          <a:solidFill xmlns:a="http://schemas.openxmlformats.org/drawingml/2006/main">
            <a:schemeClr val="accent5">
              <a:lumMod val="20000"/>
              <a:lumOff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Content Placeholder 8">
            <a:extLst xmlns:a="http://schemas.openxmlformats.org/drawingml/2006/main">
              <a:ext uri="{FF2B5EF4-FFF2-40B4-BE49-F238E27FC236}">
                <a16:creationId xmlns:a16="http://schemas.microsoft.com/office/drawing/2014/main" id="{5C40FE43-DE8E-7C68-A6D4-F8D8AECE747F}"/>
              </a:ext>
            </a:extLst>
          </p:cNvPr>
          <p:cNvSpPr>
            <a:spLocks xmlns:a="http://schemas.openxmlformats.org/drawingml/2006/main" noGrp="1"/>
          </p:cNvSpPr>
          <p:nvPr/>
        </p:nvSpPr>
        <p:spPr>
          <a:xfrm xmlns:a="http://schemas.openxmlformats.org/drawingml/2006/main">
            <a:off x="4618156" y="1806797"/>
            <a:ext cx="2949339" cy="2566766"/>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800">
                <a:solidFill>
                  <a:prstClr val="black"/>
                </a:solidFill>
                <a:latin typeface="Helvetica Neue"/>
                <a:ea typeface="Helvetica Neue"/>
                <a:cs typeface="Helvetica Neue"/>
              </a:rPr>
              <a:t>Rủi ro và lịch sử</a:t>
            </a:r>
          </a:p>
          <a:p xmlns:a="http://schemas.openxmlformats.org/drawingml/2006/main">
            <a:pPr marL="0" indent="0">
              <a:lnSpc>
                <a:spcPct val="114000"/>
              </a:lnSpc>
              <a:spcBef>
                <a:spcPts val="0"/>
              </a:spcBef>
              <a:spcAft>
                <a:spcPts val="800"/>
              </a:spcAft>
              <a:buNone/>
            </a:pPr>
            <a:r>
              <a:rPr sz="1800">
                <a:solidFill>
                  <a:prstClr val="black"/>
                </a:solidFill>
                <a:latin typeface="Helvetica Neue"/>
                <a:ea typeface="Helvetica Neue"/>
                <a:cs typeface="Helvetica Neue"/>
              </a:rPr>
              <a:t>Dùng tác động, mức sử dụng, lỗi, sự cố, độ phức tạp thay đổi và tình huống lạm dụng.</a:t>
            </a:r>
            <a:endParaRPr/>
          </a:p>
        </p:txBody>
      </p:sp>
      <p:sp>
        <p:nvSpPr>
          <p:cNvPr id="24" name="Rounded Rectangle 23">
            <a:extLst xmlns:a="http://schemas.openxmlformats.org/drawingml/2006/main">
              <a:ext uri="{FF2B5EF4-FFF2-40B4-BE49-F238E27FC236}">
                <a16:creationId xmlns:a16="http://schemas.microsoft.com/office/drawing/2014/main" id="{EA9CAD1D-ACB2-1454-6255-0DA0ECB85F88}"/>
              </a:ext>
            </a:extLst>
          </p:cNvPr>
          <p:cNvSpPr>
            <a:spLocks xmlns:a="http://schemas.openxmlformats.org/drawingml/2006/main" noGrp="1"/>
          </p:cNvSpPr>
          <p:nvPr/>
        </p:nvSpPr>
        <p:spPr>
          <a:xfrm xmlns:a="http://schemas.openxmlformats.org/drawingml/2006/main">
            <a:off x="8237538" y="1401762"/>
            <a:ext cx="3568700" cy="3619500"/>
          </a:xfrm>
          <a:prstGeom xmlns:a="http://schemas.openxmlformats.org/drawingml/2006/main" prst="roundRect">
            <a:avLst>
              <a:gd name="adj" fmla="val 3585"/>
            </a:avLst>
          </a:prstGeom>
          <a:solidFill xmlns:a="http://schemas.openxmlformats.org/drawingml/2006/main">
            <a:schemeClr val="accent5">
              <a:lumMod val="20000"/>
              <a:lumOff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Content Placeholder 8">
            <a:extLst xmlns:a="http://schemas.openxmlformats.org/drawingml/2006/main">
              <a:ext uri="{FF2B5EF4-FFF2-40B4-BE49-F238E27FC236}">
                <a16:creationId xmlns:a16="http://schemas.microsoft.com/office/drawing/2014/main" id="{AECA4705-7C1E-A1DB-1156-729DDE0C588F}"/>
              </a:ext>
            </a:extLst>
          </p:cNvPr>
          <p:cNvSpPr>
            <a:spLocks xmlns:a="http://schemas.openxmlformats.org/drawingml/2006/main" noGrp="1"/>
          </p:cNvSpPr>
          <p:nvPr/>
        </p:nvSpPr>
        <p:spPr>
          <a:xfrm xmlns:a="http://schemas.openxmlformats.org/drawingml/2006/main">
            <a:off x="8547219" y="1806797"/>
            <a:ext cx="2949339" cy="2566766"/>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800">
                <a:solidFill>
                  <a:prstClr val="black"/>
                </a:solidFill>
                <a:latin typeface="Helvetica Neue"/>
                <a:ea typeface="Helvetica Neue"/>
                <a:cs typeface="Helvetica Neue"/>
              </a:rPr>
              <a:t>Mô hình và kỹ thuật</a:t>
            </a:r>
          </a:p>
          <a:p xmlns:a="http://schemas.openxmlformats.org/drawingml/2006/main">
            <a:pPr marL="0" indent="0">
              <a:lnSpc>
                <a:spcPct val="114000"/>
              </a:lnSpc>
              <a:spcBef>
                <a:spcPts val="0"/>
              </a:spcBef>
              <a:spcAft>
                <a:spcPts val="800"/>
              </a:spcAft>
              <a:buNone/>
            </a:pPr>
            <a:r>
              <a:rPr sz="1800">
                <a:solidFill>
                  <a:prstClr val="black"/>
                </a:solidFill>
                <a:latin typeface="Helvetica Neue"/>
                <a:ea typeface="Helvetica Neue"/>
                <a:cs typeface="Helvetica Neue"/>
              </a:rPr>
              <a:t>Áp dụng giá trị biên, bảng quyết định, trạng thái, bao phủ từng cặp và bất biến.</a:t>
            </a:r>
            <a:endParaRPr/>
          </a:p>
        </p:txBody>
      </p:sp>
      <p:sp>
        <p:nvSpPr>
          <p:cNvPr id="7" name="Footer Placeholder 6">
            <a:extLst xmlns:a="http://schemas.openxmlformats.org/drawingml/2006/main">
              <a:ext uri="{FF2B5EF4-FFF2-40B4-BE49-F238E27FC236}">
                <a16:creationId xmlns:a16="http://schemas.microsoft.com/office/drawing/2014/main" id="{0AD2B367-4B64-657F-20CC-D17632C47D9A}"/>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t>AIQE ARTD</a:t>
            </a:r>
            <a:endParaRPr sz="1100"/>
          </a:p>
        </p:txBody>
      </p:sp>
    </p:spTree>
    <p:extLst>
      <p:ext uri="{BB962C8B-B14F-4D97-AF65-F5344CB8AC3E}">
        <p14:creationId xmlns:p14="http://schemas.microsoft.com/office/powerpoint/2010/main" val="167841331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4" name="Slide Number Placeholder 3">
            <a:extLst xmlns:a="http://schemas.openxmlformats.org/drawingml/2006/main">
              <a:ext uri="{FF2B5EF4-FFF2-40B4-BE49-F238E27FC236}">
                <a16:creationId xmlns:a16="http://schemas.microsoft.com/office/drawing/2014/main" id="{D3D601CC-90EA-4B7E-D56D-42EF2FCCABE3}"/>
              </a:ext>
            </a:extLst>
          </p:cNvPr>
          <p:cNvSpPr>
            <a:spLocks xmlns:a="http://schemas.openxmlformats.org/drawingml/2006/main" noGrp="1"/>
          </p:cNvSpPr>
          <p:nvPr>
            <p:ph type="sldNum" idx="4"/>
          </p:nvPr>
        </p:nvSpPr>
        <p:spPr>
          <a:xfrm xmlns:a="http://schemas.openxmlformats.org/drawingml/2006/main">
            <a:off x="11544300" y="6286500"/>
            <a:ext cx="266700" cy="171450"/>
          </a:xfrm>
        </p:spPr>
        <p:txBody>
          <a:bodyPr xmlns:a="http://schemas.openxmlformats.org/drawingml/2006/main"/>
          <a:lstStyle xmlns:a="http://schemas.openxmlformats.org/drawingml/2006/main"/>
          <a:p xmlns:a="http://schemas.openxmlformats.org/drawingml/2006/main">
            <a:fld id="{DC9C7607-4BA3-B4DC-A00F-2E67A9FCFF7E}" type="slidenum">
              <a:t>16</a:t>
            </a:fld>
            <a:endParaRPr sz="1100"/>
          </a:p>
        </p:txBody>
      </p:sp>
      <p:sp>
        <p:nvSpPr>
          <p:cNvPr id="11" name="Title 10">
            <a:extLst xmlns:a="http://schemas.openxmlformats.org/drawingml/2006/main">
              <a:ext uri="{FF2B5EF4-FFF2-40B4-BE49-F238E27FC236}">
                <a16:creationId xmlns:a16="http://schemas.microsoft.com/office/drawing/2014/main" id="{4AEA3A7D-DBCA-D3E4-FBE6-7DFA3D3F5D94}"/>
              </a:ext>
            </a:extLst>
          </p:cNvPr>
          <p:cNvSpPr>
            <a:spLocks xmlns:a="http://schemas.openxmlformats.org/drawingml/2006/main" noGrp="1"/>
          </p:cNvSpPr>
          <p:nvPr>
            <p:ph type="title" idx="0"/>
          </p:nvPr>
        </p:nvSpPr>
        <p:spPr>
          <a:xfrm xmlns:a="http://schemas.openxmlformats.org/drawingml/2006/main">
            <a:off x="393700" y="344009"/>
            <a:ext cx="7835900" cy="697392"/>
          </a:xfrm>
        </p:spPr>
        <p:txBody>
          <a:bodyPr xmlns:a="http://schemas.openxmlformats.org/drawingml/2006/main"/>
          <a:lstStyle xmlns:a="http://schemas.openxmlformats.org/drawingml/2006/main"/>
          <a:p xmlns:a="http://schemas.openxmlformats.org/drawingml/2006/main">
            <a:r>
              <a:t>Ưu tiên theo rủi ro</a:t>
            </a:r>
          </a:p>
        </p:txBody>
      </p:sp>
      <p:sp>
        <p:nvSpPr>
          <p:cNvPr id="37" name="Rounded Rectangle 36">
            <a:extLst xmlns:a="http://schemas.openxmlformats.org/drawingml/2006/main">
              <a:ext uri="{FF2B5EF4-FFF2-40B4-BE49-F238E27FC236}">
                <a16:creationId xmlns:a16="http://schemas.microsoft.com/office/drawing/2014/main" id="{AD9F0FEC-2745-EA90-4350-ECA0139679CC}"/>
              </a:ext>
            </a:extLst>
          </p:cNvPr>
          <p:cNvSpPr>
            <a:spLocks xmlns:a="http://schemas.openxmlformats.org/drawingml/2006/main" noGrp="1"/>
          </p:cNvSpPr>
          <p:nvPr/>
        </p:nvSpPr>
        <p:spPr>
          <a:xfrm xmlns:a="http://schemas.openxmlformats.org/drawingml/2006/main">
            <a:off x="6271986" y="3360085"/>
            <a:ext cx="2581975" cy="2656541"/>
          </a:xfrm>
          <a:prstGeom xmlns:a="http://schemas.openxmlformats.org/drawingml/2006/main" prst="roundRect">
            <a:avLst>
              <a:gd name="adj" fmla="val 6087"/>
            </a:avLst>
          </a:prstGeom>
          <a:solidFill xmlns:a="http://schemas.openxmlformats.org/drawingml/2006/main">
            <a:schemeClr val="accent5">
              <a:lumMod val="60000"/>
              <a:lumOff val="4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Content Placeholder 9">
            <a:extLst xmlns:a="http://schemas.openxmlformats.org/drawingml/2006/main">
              <a:ext uri="{FF2B5EF4-FFF2-40B4-BE49-F238E27FC236}">
                <a16:creationId xmlns:a16="http://schemas.microsoft.com/office/drawing/2014/main" id="{9F2C50E3-28B0-6CBB-D0C2-A884FA6A0F1E}"/>
              </a:ext>
            </a:extLst>
          </p:cNvPr>
          <p:cNvSpPr>
            <a:spLocks xmlns:a="http://schemas.openxmlformats.org/drawingml/2006/main" noGrp="1"/>
          </p:cNvSpPr>
          <p:nvPr/>
        </p:nvSpPr>
        <p:spPr>
          <a:xfrm xmlns:a="http://schemas.openxmlformats.org/drawingml/2006/main">
            <a:off x="6509338" y="3579975"/>
            <a:ext cx="2133315" cy="903750"/>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5000" u="none" cap="none" spc="0">
                <a:ln>
                  <a:noFill/>
                </a:ln>
                <a:solidFill>
                  <a:prstClr val="black"/>
                </a:solidFill>
                <a:latin typeface="Helvetica Neue"/>
                <a:ea typeface="Helvetica Neue"/>
                <a:cs typeface="Helvetica Neue"/>
              </a:rPr>
              <a:t>25</a:t>
            </a:r>
            <a:endParaRPr sz="5000">
              <a:latin typeface="Helvetica Neue"/>
              <a:ea typeface="Helvetica Neue"/>
              <a:cs typeface="Helvetica Neue"/>
            </a:endParaRPr>
          </a:p>
        </p:txBody>
      </p:sp>
      <p:sp>
        <p:nvSpPr>
          <p:cNvPr id="39" name="Content Placeholder 15">
            <a:extLst xmlns:a="http://schemas.openxmlformats.org/drawingml/2006/main">
              <a:ext uri="{FF2B5EF4-FFF2-40B4-BE49-F238E27FC236}">
                <a16:creationId xmlns:a16="http://schemas.microsoft.com/office/drawing/2014/main" id="{57309BA0-73E7-AB92-9FFA-3CB6E7D29885}"/>
              </a:ext>
            </a:extLst>
          </p:cNvPr>
          <p:cNvSpPr>
            <a:spLocks xmlns:a="http://schemas.openxmlformats.org/drawingml/2006/main" noGrp="1"/>
          </p:cNvSpPr>
          <p:nvPr/>
        </p:nvSpPr>
        <p:spPr>
          <a:xfrm xmlns:a="http://schemas.openxmlformats.org/drawingml/2006/main">
            <a:off x="6575956" y="5068235"/>
            <a:ext cx="2066698" cy="6159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Ví dụ rủi ro cao</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Khả năng 5 × tác động 5</a:t>
            </a:r>
            <a:endParaRPr sz="1400">
              <a:latin typeface="Helvetica Neue"/>
              <a:ea typeface="Helvetica Neue"/>
              <a:cs typeface="Helvetica Neue"/>
            </a:endParaRPr>
          </a:p>
        </p:txBody>
      </p:sp>
      <p:sp>
        <p:nvSpPr>
          <p:cNvPr id="40" name="Rounded Rectangle 39">
            <a:extLst xmlns:a="http://schemas.openxmlformats.org/drawingml/2006/main">
              <a:ext uri="{FF2B5EF4-FFF2-40B4-BE49-F238E27FC236}">
                <a16:creationId xmlns:a16="http://schemas.microsoft.com/office/drawing/2014/main" id="{5BFE1F75-4AAC-629D-4488-BAAF31013984}"/>
              </a:ext>
            </a:extLst>
          </p:cNvPr>
          <p:cNvSpPr>
            <a:spLocks xmlns:a="http://schemas.openxmlformats.org/drawingml/2006/main" noGrp="1"/>
          </p:cNvSpPr>
          <p:nvPr/>
        </p:nvSpPr>
        <p:spPr>
          <a:xfrm xmlns:a="http://schemas.openxmlformats.org/drawingml/2006/main">
            <a:off x="9224191" y="3360085"/>
            <a:ext cx="2581975" cy="2656541"/>
          </a:xfrm>
          <a:prstGeom xmlns:a="http://schemas.openxmlformats.org/drawingml/2006/main" prst="roundRect">
            <a:avLst>
              <a:gd name="adj" fmla="val 4984"/>
            </a:avLst>
          </a:prstGeom>
          <a:solidFill xmlns:a="http://schemas.openxmlformats.org/drawingml/2006/main">
            <a:schemeClr val="accent5">
              <a:lumMod val="60000"/>
              <a:lumOff val="4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1" name="Content Placeholder 9">
            <a:extLst xmlns:a="http://schemas.openxmlformats.org/drawingml/2006/main">
              <a:ext uri="{FF2B5EF4-FFF2-40B4-BE49-F238E27FC236}">
                <a16:creationId xmlns:a16="http://schemas.microsoft.com/office/drawing/2014/main" id="{EDD16FA6-BF88-7DA4-7782-F905386C7429}"/>
              </a:ext>
            </a:extLst>
          </p:cNvPr>
          <p:cNvSpPr>
            <a:spLocks xmlns:a="http://schemas.openxmlformats.org/drawingml/2006/main" noGrp="1"/>
          </p:cNvSpPr>
          <p:nvPr/>
        </p:nvSpPr>
        <p:spPr>
          <a:xfrm xmlns:a="http://schemas.openxmlformats.org/drawingml/2006/main">
            <a:off x="9461543" y="3579975"/>
            <a:ext cx="2133315" cy="903750"/>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5000" u="none" cap="none" spc="0">
                <a:ln>
                  <a:noFill/>
                </a:ln>
                <a:solidFill>
                  <a:prstClr val="black"/>
                </a:solidFill>
                <a:latin typeface="Helvetica Neue"/>
                <a:ea typeface="Helvetica Neue"/>
                <a:cs typeface="Helvetica Neue"/>
              </a:rPr>
              <a:t>4</a:t>
            </a:r>
            <a:endParaRPr sz="5000">
              <a:latin typeface="Helvetica Neue"/>
              <a:ea typeface="Helvetica Neue"/>
              <a:cs typeface="Helvetica Neue"/>
            </a:endParaRPr>
          </a:p>
        </p:txBody>
      </p:sp>
      <p:sp>
        <p:nvSpPr>
          <p:cNvPr id="42" name="Content Placeholder 15">
            <a:extLst xmlns:a="http://schemas.openxmlformats.org/drawingml/2006/main">
              <a:ext uri="{FF2B5EF4-FFF2-40B4-BE49-F238E27FC236}">
                <a16:creationId xmlns:a16="http://schemas.microsoft.com/office/drawing/2014/main" id="{6E0E4F2E-E5BA-848F-0BB2-B4A15FA331A8}"/>
              </a:ext>
            </a:extLst>
          </p:cNvPr>
          <p:cNvSpPr>
            <a:spLocks xmlns:a="http://schemas.openxmlformats.org/drawingml/2006/main" noGrp="1"/>
          </p:cNvSpPr>
          <p:nvPr/>
        </p:nvSpPr>
        <p:spPr>
          <a:xfrm xmlns:a="http://schemas.openxmlformats.org/drawingml/2006/main">
            <a:off x="9528161" y="5068235"/>
            <a:ext cx="2066698" cy="6159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Ví dụ rủi ro thấp hơn</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Khả năng 2 × tác động 2</a:t>
            </a:r>
            <a:endParaRPr sz="1400">
              <a:latin typeface="Helvetica Neue"/>
              <a:ea typeface="Helvetica Neue"/>
              <a:cs typeface="Helvetica Neue"/>
            </a:endParaRPr>
          </a:p>
        </p:txBody>
      </p:sp>
      <p:sp>
        <p:nvSpPr>
          <p:cNvPr id="43" name="Content Placeholder 2">
            <a:extLst xmlns:a="http://schemas.openxmlformats.org/drawingml/2006/main">
              <a:ext uri="{FF2B5EF4-FFF2-40B4-BE49-F238E27FC236}">
                <a16:creationId xmlns:a16="http://schemas.microsoft.com/office/drawing/2014/main" id="{D1B313AA-3A24-CBDF-D666-09D42298B0B5}"/>
              </a:ext>
            </a:extLst>
          </p:cNvPr>
          <p:cNvSpPr>
            <a:spLocks xmlns:a="http://schemas.openxmlformats.org/drawingml/2006/main" noGrp="1"/>
          </p:cNvSpPr>
          <p:nvPr/>
        </p:nvSpPr>
        <p:spPr>
          <a:xfrm xmlns:a="http://schemas.openxmlformats.org/drawingml/2006/main">
            <a:off x="6261100" y="1955554"/>
            <a:ext cx="5539873" cy="990600"/>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Ví dụ thực hành: điểm ưu tiên kết hợp khả năng xảy ra và tác động nghiệp vụ. Nhóm chỉ bổ sung mức phơi nhiễm, khả năng phát hiện hoặc yếu tố thay đổi khi có bằng chứng hỗ trợ.</a:t>
            </a:r>
          </a:p>
        </p:txBody>
      </p:sp>
      <p:sp>
        <p:nvSpPr>
          <p:cNvPr id="5" name="Footer Placeholder 4">
            <a:extLst xmlns:a="http://schemas.openxmlformats.org/drawingml/2006/main">
              <a:ext uri="{FF2B5EF4-FFF2-40B4-BE49-F238E27FC236}">
                <a16:creationId xmlns:a16="http://schemas.microsoft.com/office/drawing/2014/main" id="{CA82F118-C6BB-3BC4-35D2-F1406F35370D}"/>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t>AIQE ARTD</a:t>
            </a:r>
            <a:endParaRPr sz="1100"/>
          </a:p>
        </p:txBody>
      </p:sp>
      <p:graphicFrame>
        <p:nvGraphicFramePr>
          <p:cNvPr id="55" name="Chart"/>
          <p:cNvGraphicFramePr/>
          <p:nvPr/>
        </p:nvGraphicFramePr>
        <p:xfrm>
          <a:off xmlns:a="http://schemas.openxmlformats.org/drawingml/2006/main" x="390525" y="1257300"/>
          <a:ext xmlns:a="http://schemas.openxmlformats.org/drawingml/2006/main" cx="5534025" cy="4572000"/>
        </p:xfrm>
        <a:graphic xmlns:a="http://schemas.openxmlformats.org/drawingml/2006/main">
          <a:graphicData uri="http://schemas.openxmlformats.org/drawingml/2006/chart">
            <c:chart xmlns:r="http://schemas.openxmlformats.org/officeDocument/2006/relationships" xmlns:c="http://schemas.openxmlformats.org/drawingml/2006/chart" r:id="Ra587773f10204cc9"/>
          </a:graphicData>
        </a:graphic>
      </p:graphicFrame>
    </p:spTree>
    <p:extLst>
      <p:ext uri="{BB962C8B-B14F-4D97-AF65-F5344CB8AC3E}">
        <p14:creationId xmlns:p14="http://schemas.microsoft.com/office/powerpoint/2010/main" val="377680918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534" name="Google Shape;534;p58">
            <a:extLst xmlns:a="http://schemas.openxmlformats.org/drawingml/2006/main">
              <a:ext uri="{FF2B5EF4-FFF2-40B4-BE49-F238E27FC236}">
                <a16:creationId xmlns:a16="http://schemas.microsoft.com/office/drawing/2014/main" id="{B4069B76-F483-69FE-5E50-3A7313DC6D11}"/>
              </a:ext>
            </a:extLst>
          </p:cNvPr>
          <p:cNvSpPr>
            <a:spLocks xmlns:a="http://schemas.openxmlformats.org/drawingml/2006/main" noGrp="1"/>
          </p:cNvSpPr>
          <p:nvPr>
            <p:ph idx="1"/>
          </p:nvPr>
        </p:nvSpPr>
        <p:spPr>
          <a:xfrm xmlns:a="http://schemas.openxmlformats.org/drawingml/2006/main">
            <a:off x="393700" y="4013200"/>
            <a:ext cx="3568700" cy="19812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rPr sz="1600">
                <a:latin typeface="Inter"/>
                <a:ea typeface="Inter"/>
                <a:cs typeface="Inter"/>
              </a:rPr>
              <a:t>Độ rộng hành vi</a:t>
            </a:r>
            <a:endParaRPr sz="1600">
              <a:latin typeface="Inter"/>
              <a:ea typeface="Inter"/>
              <a:cs typeface="Inter"/>
            </a:endParaRPr>
          </a:p>
          <a:p xmlns:a="http://schemas.openxmlformats.org/drawingml/2006/main">
            <a:pPr marL="0" indent="0">
              <a:lnSpc>
                <a:spcPct val="114000"/>
              </a:lnSpc>
              <a:spcBef>
                <a:spcPts val="0"/>
              </a:spcBef>
              <a:spcAft>
                <a:spcPts val="800"/>
              </a:spcAft>
              <a:buNone/>
            </a:pPr>
            <a:r>
              <a:rPr sz="1600">
                <a:latin typeface="Inter"/>
                <a:ea typeface="Inter"/>
                <a:cs typeface="Inter"/>
              </a:rPr>
              <a:t>Bao phủ luồng đúng, sai, thay thế, trạng thái, thời gian và khôi phục.</a:t>
            </a:r>
            <a:endParaRPr sz="1600">
              <a:latin typeface="Inter"/>
              <a:ea typeface="Inter"/>
              <a:cs typeface="Inter"/>
            </a:endParaRPr>
          </a:p>
        </p:txBody>
      </p:sp>
      <p:sp>
        <p:nvSpPr>
          <p:cNvPr id="532" name="Google Shape;532;p58">
            <a:extLst xmlns:a="http://schemas.openxmlformats.org/drawingml/2006/main">
              <a:ext uri="{FF2B5EF4-FFF2-40B4-BE49-F238E27FC236}">
                <a16:creationId xmlns:a16="http://schemas.microsoft.com/office/drawing/2014/main" id="{642C7FCC-86E7-F5EC-CF92-EC13CA3E8A9A}"/>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00000000-1234-1234-1234-123412341234}" type="slidenum">
              <a:t>17</a:t>
            </a:fld>
            <a:endParaRPr/>
          </a:p>
        </p:txBody>
      </p:sp>
      <p:sp>
        <p:nvSpPr>
          <p:cNvPr id="2" name="Content Placeholder 1">
            <a:extLst xmlns:a="http://schemas.openxmlformats.org/drawingml/2006/main">
              <a:ext uri="{FF2B5EF4-FFF2-40B4-BE49-F238E27FC236}">
                <a16:creationId xmlns:a16="http://schemas.microsoft.com/office/drawing/2014/main" id="{B408DEBE-7CF4-03DE-7F3D-886627F115F6}"/>
              </a:ext>
            </a:extLst>
          </p:cNvPr>
          <p:cNvSpPr>
            <a:spLocks xmlns:a="http://schemas.openxmlformats.org/drawingml/2006/main" noGrp="1"/>
          </p:cNvSpPr>
          <p:nvPr>
            <p:ph idx="10"/>
          </p:nvPr>
        </p:nvSpPr>
        <p:spPr>
          <a:xfrm xmlns:a="http://schemas.openxmlformats.org/drawingml/2006/main">
            <a:off x="4318000" y="4013200"/>
            <a:ext cx="3568700" cy="1981200"/>
          </a:xfrm>
        </p:spPr>
        <p:txBody>
          <a:bodyPr xmlns:a="http://schemas.openxmlformats.org/drawingml/2006/main">
            <a:normAutofit fontScale="100000" lnSpcReduction="10000"/>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pPr>
            <a:r>
              <a:rPr sz="1600" b="0" i="0" u="none" cap="none" spc="0">
                <a:ln>
                  <a:noFill/>
                </a:ln>
                <a:solidFill>
                  <a:prstClr val="black"/>
                </a:solidFill>
                <a:latin typeface="Inter"/>
                <a:ea typeface="Inter"/>
                <a:cs typeface="Inter"/>
              </a:rPr>
              <a:t>Rủi ro chất lượng</a:t>
            </a:r>
          </a:p>
          <a:p xmlns:a="http://schemas.openxmlformats.org/drawingml/2006/main">
            <a:pPr marL="0" marR="0" lvl="0" indent="0" algn="l" defTabSz="914400">
              <a:lnSpc>
                <a:spcPct val="114000"/>
              </a:lnSpc>
              <a:spcBef>
                <a:spcPts val="0"/>
              </a:spcBef>
              <a:spcAft>
                <a:spcPts val="800"/>
              </a:spcAft>
              <a:buClrTx/>
              <a:buSzTx/>
              <a:buFont typeface="Arial"/>
              <a:buNone/>
            </a:pPr>
            <a:r>
              <a:rPr sz="1600" b="0" i="0" u="none" cap="none" spc="0">
                <a:ln>
                  <a:noFill/>
                </a:ln>
                <a:solidFill>
                  <a:prstClr val="black"/>
                </a:solidFill>
                <a:latin typeface="Inter"/>
                <a:ea typeface="Inter"/>
                <a:cs typeface="Inter"/>
              </a:rPr>
              <a:t>Bảo mật, quyền riêng tư, hiệu năng, độ tin cậy, khả dụng và khả năng tiếp cận.</a:t>
            </a:r>
          </a:p>
        </p:txBody>
      </p:sp>
      <p:sp>
        <p:nvSpPr>
          <p:cNvPr id="3" name="Content Placeholder 2">
            <a:extLst xmlns:a="http://schemas.openxmlformats.org/drawingml/2006/main">
              <a:ext uri="{FF2B5EF4-FFF2-40B4-BE49-F238E27FC236}">
                <a16:creationId xmlns:a16="http://schemas.microsoft.com/office/drawing/2014/main" id="{3E357F93-C3C2-23D6-9524-2C2ACDCF6D75}"/>
              </a:ext>
            </a:extLst>
          </p:cNvPr>
          <p:cNvSpPr>
            <a:spLocks xmlns:a="http://schemas.openxmlformats.org/drawingml/2006/main" noGrp="1"/>
          </p:cNvSpPr>
          <p:nvPr>
            <p:ph idx="11"/>
          </p:nvPr>
        </p:nvSpPr>
        <p:spPr>
          <a:xfrm xmlns:a="http://schemas.openxmlformats.org/drawingml/2006/main">
            <a:off x="8232273" y="4013200"/>
            <a:ext cx="3568700" cy="1981200"/>
          </a:xfrm>
        </p:spPr>
        <p:txBody>
          <a:bodyPr xmlns:a="http://schemas.openxmlformats.org/drawingml/2006/main">
            <a:normAutofit fontScale="100000" lnSpcReduction="10000"/>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pPr>
            <a:r>
              <a:rPr sz="1600" b="0" i="0" u="none" cap="none" spc="0">
                <a:ln>
                  <a:noFill/>
                </a:ln>
                <a:solidFill>
                  <a:prstClr val="black"/>
                </a:solidFill>
                <a:latin typeface="Inter"/>
                <a:ea typeface="Inter"/>
                <a:cs typeface="Inter"/>
              </a:rPr>
              <a:t>Kế hoạch thực thi</a:t>
            </a:r>
          </a:p>
          <a:p xmlns:a="http://schemas.openxmlformats.org/drawingml/2006/main">
            <a:pPr marL="0" marR="0" lvl="0" indent="0" algn="l" defTabSz="914400">
              <a:lnSpc>
                <a:spcPct val="114000"/>
              </a:lnSpc>
              <a:spcBef>
                <a:spcPts val="0"/>
              </a:spcBef>
              <a:spcAft>
                <a:spcPts val="800"/>
              </a:spcAft>
              <a:buClrTx/>
              <a:buSzTx/>
              <a:buFont typeface="Arial"/>
              <a:buNone/>
            </a:pPr>
            <a:r>
              <a:rPr sz="1600" b="0" i="0" u="none" cap="none" spc="0">
                <a:ln>
                  <a:noFill/>
                </a:ln>
                <a:solidFill>
                  <a:prstClr val="black"/>
                </a:solidFill>
                <a:latin typeface="Inter"/>
                <a:ea typeface="Inter"/>
                <a:cs typeface="Inter"/>
              </a:rPr>
              <a:t>Kiểm thử khói, luồng quan trọng, hồi quy có mục tiêu, kiểm thử sâu và khám phá.</a:t>
            </a:r>
          </a:p>
        </p:txBody>
      </p:sp>
      <p:sp>
        <p:nvSpPr>
          <p:cNvPr id="533" name="Google Shape;533;p58">
            <a:extLst xmlns:a="http://schemas.openxmlformats.org/drawingml/2006/main">
              <a:ext uri="{FF2B5EF4-FFF2-40B4-BE49-F238E27FC236}">
                <a16:creationId xmlns:a16="http://schemas.microsoft.com/office/drawing/2014/main" id="{14BDA96D-2BD4-0A74-3D12-0FFADFFA3576}"/>
              </a:ext>
            </a:extLst>
          </p:cNvPr>
          <p:cNvSpPr>
            <a:spLocks xmlns:a="http://schemas.openxmlformats.org/drawingml/2006/main" noGrp="1"/>
          </p:cNvSpPr>
          <p:nvPr>
            <p:ph type="title" idx="0"/>
          </p:nvPr>
        </p:nvSpPr>
        <p:spPr>
          <a:xfrm xmlns:a="http://schemas.openxmlformats.org/drawingml/2006/main">
            <a:off x="393700" y="344009"/>
            <a:ext cx="11404600" cy="69739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Đầu ra học phần 3: danh mục kịch bản cân bằng</a:t>
            </a:r>
            <a:endParaRPr/>
          </a:p>
        </p:txBody>
      </p:sp>
      <p:pic>
        <p:nvPicPr>
          <p:cNvPr id="544" name="Picture 10"/>
          <p:cNvPicPr>
            <a:picLocks xmlns:a="http://schemas.openxmlformats.org/drawingml/2006/main" noChangeAspect="1"/>
          </p:cNvPicPr>
          <p:nvPr/>
        </p:nvPicPr>
        <p:blipFill>
          <a:blip xmlns:r="http://schemas.openxmlformats.org/officeDocument/2006/relationships" xmlns:a="http://schemas.openxmlformats.org/drawingml/2006/main" r:embed="Ra22aab36463245b6"/>
          <a:srcRect xmlns:a="http://schemas.openxmlformats.org/drawingml/2006/main" l="5428" t="29168" r="33478" b="50994"/>
          <a:stretch xmlns:a="http://schemas.openxmlformats.org/drawingml/2006/main">
            <a:fillRect l="0" t="0" r="0" b="0"/>
          </a:stretch>
        </p:blipFill>
        <p:spPr>
          <a:xfrm xmlns:a="http://schemas.openxmlformats.org/drawingml/2006/main">
            <a:off x="393700" y="1384299"/>
            <a:ext cx="3578727" cy="2324099"/>
          </a:xfrm>
          <a:prstGeom xmlns:a="http://schemas.openxmlformats.org/drawingml/2006/main" prst="roundRect">
            <a:avLst>
              <a:gd name="adj" fmla="val 0"/>
            </a:avLst>
          </a:prstGeom>
        </p:spPr>
      </p:pic>
      <p:pic>
        <p:nvPicPr>
          <p:cNvPr id="545" name="Picture 11"/>
          <p:cNvPicPr>
            <a:picLocks xmlns:a="http://schemas.openxmlformats.org/drawingml/2006/main" noChangeAspect="1"/>
          </p:cNvPicPr>
          <p:nvPr/>
        </p:nvPicPr>
        <p:blipFill>
          <a:blip xmlns:r="http://schemas.openxmlformats.org/officeDocument/2006/relationships" xmlns:a="http://schemas.openxmlformats.org/drawingml/2006/main" r:embed="Ra22aab36463245b6"/>
          <a:srcRect xmlns:a="http://schemas.openxmlformats.org/drawingml/2006/main" l="5428" t="29168" r="33478" b="50994"/>
          <a:stretch xmlns:a="http://schemas.openxmlformats.org/drawingml/2006/main">
            <a:fillRect l="0" t="0" r="0" b="0"/>
          </a:stretch>
        </p:blipFill>
        <p:spPr>
          <a:xfrm xmlns:a="http://schemas.openxmlformats.org/drawingml/2006/main">
            <a:off x="4303964" y="1384299"/>
            <a:ext cx="3578727" cy="2324099"/>
          </a:xfrm>
          <a:prstGeom xmlns:a="http://schemas.openxmlformats.org/drawingml/2006/main" prst="roundRect">
            <a:avLst>
              <a:gd name="adj" fmla="val 0"/>
            </a:avLst>
          </a:prstGeom>
        </p:spPr>
      </p:pic>
      <p:pic>
        <p:nvPicPr>
          <p:cNvPr id="546" name="Picture 12"/>
          <p:cNvPicPr>
            <a:picLocks xmlns:a="http://schemas.openxmlformats.org/drawingml/2006/main" noChangeAspect="1"/>
          </p:cNvPicPr>
          <p:nvPr/>
        </p:nvPicPr>
        <p:blipFill>
          <a:blip xmlns:r="http://schemas.openxmlformats.org/officeDocument/2006/relationships" xmlns:a="http://schemas.openxmlformats.org/drawingml/2006/main" r:embed="Ra22aab36463245b6"/>
          <a:srcRect xmlns:a="http://schemas.openxmlformats.org/drawingml/2006/main" l="5428" t="29168" r="33478" b="50994"/>
          <a:stretch xmlns:a="http://schemas.openxmlformats.org/drawingml/2006/main">
            <a:fillRect l="0" t="0" r="0" b="0"/>
          </a:stretch>
        </p:blipFill>
        <p:spPr>
          <a:xfrm xmlns:a="http://schemas.openxmlformats.org/drawingml/2006/main">
            <a:off x="8238290" y="1384299"/>
            <a:ext cx="3578727" cy="2324099"/>
          </a:xfrm>
          <a:prstGeom xmlns:a="http://schemas.openxmlformats.org/drawingml/2006/main" prst="roundRect">
            <a:avLst>
              <a:gd name="adj" fmla="val 0"/>
            </a:avLst>
          </a:prstGeom>
        </p:spPr>
      </p:pic>
      <p:sp>
        <p:nvSpPr>
          <p:cNvPr id="14" name="Footer Placeholder 13">
            <a:extLst xmlns:a="http://schemas.openxmlformats.org/drawingml/2006/main">
              <a:ext uri="{FF2B5EF4-FFF2-40B4-BE49-F238E27FC236}">
                <a16:creationId xmlns:a16="http://schemas.microsoft.com/office/drawing/2014/main" id="{6A97BA39-A4A0-86E1-DC4D-EC4DAE78E873}"/>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t>AIQE ARTD</a:t>
            </a:r>
            <a:endParaRPr sz="1100"/>
          </a:p>
        </p:txBody>
      </p:sp>
      <p:pic>
        <p:nvPicPr>
          <p:cNvPr id="548" name=""/>
          <p:cNvPicPr>
            <a:picLocks xmlns:a="http://schemas.openxmlformats.org/drawingml/2006/main" noChangeAspect="1"/>
          </p:cNvPicPr>
          <p:nvPr/>
        </p:nvPicPr>
        <p:blipFill>
          <a:blip xmlns:r="http://schemas.openxmlformats.org/officeDocument/2006/relationships" xmlns:a="http://schemas.openxmlformats.org/drawingml/2006/main" r:embed="R6bc004cb958d4e31"/>
          <a:srcRect xmlns:a="http://schemas.openxmlformats.org/drawingml/2006/main" l="0" t="31920" r="0" b="31920"/>
          <a:stretch xmlns:a="http://schemas.openxmlformats.org/drawingml/2006/main">
            <a:fillRect l="0" t="0" r="0" b="0"/>
          </a:stretch>
        </p:blipFill>
        <p:spPr>
          <a:xfrm xmlns:a="http://schemas.openxmlformats.org/drawingml/2006/main">
            <a:off x="390525" y="1381125"/>
            <a:ext cx="11420475" cy="2324100"/>
          </a:xfrm>
          <a:prstGeom xmlns:a="http://schemas.openxmlformats.org/drawingml/2006/main" prst="rect">
            <a:avLst/>
          </a:prstGeom>
        </p:spPr>
      </p:pic>
    </p:spTree>
    <p:extLst>
      <p:ext uri="{BB962C8B-B14F-4D97-AF65-F5344CB8AC3E}">
        <p14:creationId xmlns:p14="http://schemas.microsoft.com/office/powerpoint/2010/main" val="2075362051"/>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6" name="Content Placeholder 15">
            <a:extLst xmlns:a="http://schemas.openxmlformats.org/drawingml/2006/main">
              <a:ext uri="{FF2B5EF4-FFF2-40B4-BE49-F238E27FC236}">
                <a16:creationId xmlns:a16="http://schemas.microsoft.com/office/drawing/2014/main" id="{4ECB8632-1E9B-93EF-6B4C-24920B9FEC01}"/>
              </a:ext>
            </a:extLst>
          </p:cNvPr>
          <p:cNvSpPr>
            <a:spLocks xmlns:a="http://schemas.openxmlformats.org/drawingml/2006/main" noGrp="1"/>
          </p:cNvSpPr>
          <p:nvPr>
            <p:ph idx="1"/>
          </p:nvPr>
        </p:nvSpPr>
        <p:spPr>
          <a:xfrm xmlns:a="http://schemas.openxmlformats.org/drawingml/2006/main">
            <a:off x="393700" y="4947920"/>
            <a:ext cx="2595934" cy="1046480"/>
          </a:xfrm>
        </p:spPr>
        <p:txBody>
          <a:bodyPr xmlns:a="http://schemas.openxmlformats.org/drawingml/2006/main">
            <a:noAutofit/>
          </a:bodyPr>
          <a:lstStyle xmlns:a="http://schemas.openxmlformats.org/drawingml/2006/main"/>
          <a:p xmlns:a="http://schemas.openxmlformats.org/drawingml/2006/main">
            <a:pPr marL="0" indent="0">
              <a:lnSpc>
                <a:spcPct val="114000"/>
              </a:lnSpc>
              <a:spcBef>
                <a:spcPts val="0"/>
              </a:spcBef>
              <a:spcAft>
                <a:spcPts val="800"/>
              </a:spcAft>
              <a:buNone/>
            </a:pPr>
            <a:r>
              <a:rPr>
                <a:latin typeface="Helvetica Neue"/>
                <a:ea typeface="Helvetica Neue"/>
                <a:cs typeface="Helvetica Neue"/>
              </a:rPr>
              <a:t>Điều kiện tiên quyết</a:t>
            </a:r>
          </a:p>
          <a:p xmlns:a="http://schemas.openxmlformats.org/drawingml/2006/main">
            <a:pPr marL="0" indent="0">
              <a:lnSpc>
                <a:spcPct val="114000"/>
              </a:lnSpc>
              <a:spcBef>
                <a:spcPts val="0"/>
              </a:spcBef>
              <a:spcAft>
                <a:spcPts val="800"/>
              </a:spcAft>
              <a:buNone/>
            </a:pPr>
            <a:r>
              <a:rPr>
                <a:latin typeface="Helvetica Neue"/>
                <a:ea typeface="Helvetica Neue"/>
                <a:cs typeface="Helvetica Neue"/>
              </a:rPr>
              <a:t>Trạng thái, môi trường, vai trò và phụ thuộc đã biết.</a:t>
            </a:r>
          </a:p>
        </p:txBody>
      </p:sp>
      <p:sp>
        <p:nvSpPr>
          <p:cNvPr id="4" name="Slide Number Placeholder 3">
            <a:extLst xmlns:a="http://schemas.openxmlformats.org/drawingml/2006/main">
              <a:ext uri="{FF2B5EF4-FFF2-40B4-BE49-F238E27FC236}">
                <a16:creationId xmlns:a16="http://schemas.microsoft.com/office/drawing/2014/main" id="{B99F78DC-6ABF-5CDA-EEA9-835E17C9EAFE}"/>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8574A810-7A8E-054F-9F6B-09E9C694ECF9}" type="slidenum">
              <a:t>18</a:t>
            </a:fld>
            <a:endParaRPr sz="1100"/>
          </a:p>
        </p:txBody>
      </p:sp>
      <p:sp>
        <p:nvSpPr>
          <p:cNvPr id="11" name="Title 10">
            <a:extLst xmlns:a="http://schemas.openxmlformats.org/drawingml/2006/main">
              <a:ext uri="{FF2B5EF4-FFF2-40B4-BE49-F238E27FC236}">
                <a16:creationId xmlns:a16="http://schemas.microsoft.com/office/drawing/2014/main" id="{E1749045-A895-0C17-040D-B1679D2824CD}"/>
              </a:ext>
            </a:extLst>
          </p:cNvPr>
          <p:cNvSpPr>
            <a:spLocks xmlns:a="http://schemas.openxmlformats.org/drawingml/2006/main" noGrp="1"/>
          </p:cNvSpPr>
          <p:nvPr>
            <p:ph type="title" idx="0"/>
          </p:nvPr>
        </p:nvSpPr>
        <p:spPr>
          <a:xfrm xmlns:a="http://schemas.openxmlformats.org/drawingml/2006/main">
            <a:off x="393700" y="344008"/>
            <a:ext cx="7835900" cy="601481"/>
          </a:xfrm>
        </p:spPr>
        <p:txBody>
          <a:bodyPr xmlns:a="http://schemas.openxmlformats.org/drawingml/2006/main"/>
          <a:lstStyle xmlns:a="http://schemas.openxmlformats.org/drawingml/2006/main"/>
          <a:p xmlns:a="http://schemas.openxmlformats.org/drawingml/2006/main">
            <a:r>
              <a:t>Cấu trúc ca kiểm thử chi tiết</a:t>
            </a:r>
          </a:p>
        </p:txBody>
      </p:sp>
      <p:sp>
        <p:nvSpPr>
          <p:cNvPr id="17" name="Text Placeholder 16">
            <a:extLst xmlns:a="http://schemas.openxmlformats.org/drawingml/2006/main">
              <a:ext uri="{FF2B5EF4-FFF2-40B4-BE49-F238E27FC236}">
                <a16:creationId xmlns:a16="http://schemas.microsoft.com/office/drawing/2014/main" id="{DDDC2A56-FD2D-9F2F-B3C6-ACBF0A9C7570}"/>
              </a:ext>
            </a:extLst>
          </p:cNvPr>
          <p:cNvSpPr>
            <a:spLocks xmlns:a="http://schemas.openxmlformats.org/drawingml/2006/main" noGrp="1"/>
          </p:cNvSpPr>
          <p:nvPr>
            <p:ph type="body" idx="12"/>
          </p:nvPr>
        </p:nvSpPr>
        <p:spPr>
          <a:xfrm xmlns:a="http://schemas.openxmlformats.org/drawingml/2006/main">
            <a:off x="3330244" y="4947920"/>
            <a:ext cx="2600656" cy="1046480"/>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pPr>
            <a:r>
              <a:rPr sz="1600" b="0" i="0" u="none" cap="none" spc="0">
                <a:ln>
                  <a:noFill/>
                </a:ln>
                <a:solidFill>
                  <a:prstClr val="black"/>
                </a:solidFill>
                <a:latin typeface="Helvetica Neue"/>
                <a:ea typeface="Helvetica Neue"/>
                <a:cs typeface="Helvetica Neue"/>
              </a:rPr>
              <a:t>Dữ liệu kiểm thử</a:t>
            </a:r>
          </a:p>
          <a:p xmlns:a="http://schemas.openxmlformats.org/drawingml/2006/main">
            <a:pPr marL="0" marR="0" lvl="0" indent="0" algn="l" defTabSz="914400">
              <a:lnSpc>
                <a:spcPct val="114000"/>
              </a:lnSpc>
              <a:spcBef>
                <a:spcPts val="0"/>
              </a:spcBef>
              <a:spcAft>
                <a:spcPts val="800"/>
              </a:spcAft>
              <a:buClrTx/>
              <a:buSzTx/>
              <a:buFont typeface="Arial"/>
              <a:buNone/>
            </a:pPr>
            <a:r>
              <a:rPr sz="1600" b="0" i="0" u="none" cap="none" spc="0">
                <a:ln>
                  <a:noFill/>
                </a:ln>
                <a:solidFill>
                  <a:prstClr val="black"/>
                </a:solidFill>
                <a:latin typeface="Helvetica Neue"/>
                <a:ea typeface="Helvetica Neue"/>
                <a:cs typeface="Helvetica Neue"/>
              </a:rPr>
              <a:t>Giá trị có chủ đích, ràng buộc, mã định danh và quy tắc dọn dẹp.</a:t>
            </a:r>
          </a:p>
        </p:txBody>
      </p:sp>
      <p:sp>
        <p:nvSpPr>
          <p:cNvPr id="18" name="Content Placeholder 17">
            <a:extLst xmlns:a="http://schemas.openxmlformats.org/drawingml/2006/main">
              <a:ext uri="{FF2B5EF4-FFF2-40B4-BE49-F238E27FC236}">
                <a16:creationId xmlns:a16="http://schemas.microsoft.com/office/drawing/2014/main" id="{F30CA603-E888-601F-8A30-9977C0A4441A}"/>
              </a:ext>
            </a:extLst>
          </p:cNvPr>
          <p:cNvSpPr>
            <a:spLocks xmlns:a="http://schemas.openxmlformats.org/drawingml/2006/main" noGrp="1"/>
          </p:cNvSpPr>
          <p:nvPr>
            <p:ph idx="13"/>
          </p:nvPr>
        </p:nvSpPr>
        <p:spPr>
          <a:xfrm xmlns:a="http://schemas.openxmlformats.org/drawingml/2006/main">
            <a:off x="6264413" y="4947920"/>
            <a:ext cx="2595934" cy="1046480"/>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pPr>
            <a:r>
              <a:rPr b="0" i="0" u="none" cap="none" spc="0">
                <a:ln>
                  <a:noFill/>
                </a:ln>
                <a:solidFill>
                  <a:prstClr val="black"/>
                </a:solidFill>
                <a:latin typeface="Helvetica Neue"/>
                <a:ea typeface="Helvetica Neue"/>
                <a:cs typeface="Helvetica Neue"/>
              </a:rPr>
              <a:t>Hành động</a:t>
            </a:r>
          </a:p>
          <a:p xmlns:a="http://schemas.openxmlformats.org/drawingml/2006/main">
            <a:pPr marL="0" marR="0" lvl="0" indent="0" algn="l" defTabSz="914400">
              <a:lnSpc>
                <a:spcPct val="114000"/>
              </a:lnSpc>
              <a:spcBef>
                <a:spcPts val="0"/>
              </a:spcBef>
              <a:spcAft>
                <a:spcPts val="800"/>
              </a:spcAft>
              <a:buClrTx/>
              <a:buSzTx/>
              <a:buFont typeface="Arial"/>
              <a:buNone/>
            </a:pPr>
            <a:r>
              <a:rPr b="0" i="0" u="none" cap="none" spc="0">
                <a:ln>
                  <a:noFill/>
                </a:ln>
                <a:solidFill>
                  <a:prstClr val="black"/>
                </a:solidFill>
                <a:latin typeface="Helvetica Neue"/>
                <a:ea typeface="Helvetica Neue"/>
                <a:cs typeface="Helvetica Neue"/>
              </a:rPr>
              <a:t>Mô tả hành vi chính xác, không phụ thuộc chi tiết triển khai dễ vỡ.</a:t>
            </a:r>
          </a:p>
        </p:txBody>
      </p:sp>
      <p:sp>
        <p:nvSpPr>
          <p:cNvPr id="19" name="Text Placeholder 18">
            <a:extLst xmlns:a="http://schemas.openxmlformats.org/drawingml/2006/main">
              <a:ext uri="{FF2B5EF4-FFF2-40B4-BE49-F238E27FC236}">
                <a16:creationId xmlns:a16="http://schemas.microsoft.com/office/drawing/2014/main" id="{484D5916-C818-1EA5-EC33-3EEB06C88113}"/>
              </a:ext>
            </a:extLst>
          </p:cNvPr>
          <p:cNvSpPr>
            <a:spLocks xmlns:a="http://schemas.openxmlformats.org/drawingml/2006/main" noGrp="1"/>
          </p:cNvSpPr>
          <p:nvPr>
            <p:ph type="body" idx="14"/>
          </p:nvPr>
        </p:nvSpPr>
        <p:spPr>
          <a:xfrm xmlns:a="http://schemas.openxmlformats.org/drawingml/2006/main">
            <a:off x="9200957" y="4947920"/>
            <a:ext cx="2600656" cy="1046480"/>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pPr>
            <a:r>
              <a:rPr sz="1600" b="0" i="0" u="none" cap="none" spc="0">
                <a:ln>
                  <a:noFill/>
                </a:ln>
                <a:solidFill>
                  <a:prstClr val="black"/>
                </a:solidFill>
                <a:latin typeface="Helvetica Neue"/>
                <a:ea typeface="Helvetica Neue"/>
                <a:cs typeface="Helvetica Neue"/>
              </a:rPr>
              <a:t>Kết quả mong đợi</a:t>
            </a:r>
          </a:p>
          <a:p xmlns:a="http://schemas.openxmlformats.org/drawingml/2006/main">
            <a:pPr marL="0" marR="0" lvl="0" indent="0" algn="l" defTabSz="914400">
              <a:lnSpc>
                <a:spcPct val="114000"/>
              </a:lnSpc>
              <a:spcBef>
                <a:spcPts val="0"/>
              </a:spcBef>
              <a:spcAft>
                <a:spcPts val="800"/>
              </a:spcAft>
              <a:buClrTx/>
              <a:buSzTx/>
              <a:buFont typeface="Arial"/>
              <a:buNone/>
            </a:pPr>
            <a:r>
              <a:rPr sz="1600" b="0" i="0" u="none" cap="none" spc="0">
                <a:ln>
                  <a:noFill/>
                </a:ln>
                <a:solidFill>
                  <a:prstClr val="black"/>
                </a:solidFill>
                <a:latin typeface="Helvetica Neue"/>
                <a:ea typeface="Helvetica Neue"/>
                <a:cs typeface="Helvetica Neue"/>
              </a:rPr>
              <a:t>Quan sát được, đo lường được và có tiêu chí xác nhận dựa trên nguồn.</a:t>
            </a:r>
          </a:p>
        </p:txBody>
      </p:sp>
      <p:pic>
        <p:nvPicPr>
          <p:cNvPr id="36" name="Picture 12"/>
          <p:cNvPicPr>
            <a:picLocks xmlns:a="http://schemas.openxmlformats.org/drawingml/2006/main" noChangeAspect="1"/>
          </p:cNvPicPr>
          <p:nvPr/>
        </p:nvPicPr>
        <p:blipFill>
          <a:blip xmlns:r="http://schemas.openxmlformats.org/officeDocument/2006/relationships" xmlns:a="http://schemas.openxmlformats.org/drawingml/2006/main" r:embed="R460586a707724dd4"/>
          <a:srcRect xmlns:a="http://schemas.openxmlformats.org/drawingml/2006/main" l="5428" t="29169" r="50494" b="42537"/>
          <a:stretch xmlns:a="http://schemas.openxmlformats.org/drawingml/2006/main">
            <a:fillRect l="0" t="0" r="0" b="0"/>
          </a:stretch>
        </p:blipFill>
        <p:spPr>
          <a:xfrm xmlns:a="http://schemas.openxmlformats.org/drawingml/2006/main">
            <a:off x="393700" y="1384300"/>
            <a:ext cx="2581975" cy="3314700"/>
          </a:xfrm>
          <a:prstGeom xmlns:a="http://schemas.openxmlformats.org/drawingml/2006/main" prst="roundRect">
            <a:avLst>
              <a:gd name="adj" fmla="val 0"/>
            </a:avLst>
          </a:prstGeom>
        </p:spPr>
      </p:pic>
      <p:pic>
        <p:nvPicPr>
          <p:cNvPr id="37" name="Picture 20"/>
          <p:cNvPicPr>
            <a:picLocks xmlns:a="http://schemas.openxmlformats.org/drawingml/2006/main" noChangeAspect="1"/>
          </p:cNvPicPr>
          <p:nvPr/>
        </p:nvPicPr>
        <p:blipFill>
          <a:blip xmlns:r="http://schemas.openxmlformats.org/officeDocument/2006/relationships" xmlns:a="http://schemas.openxmlformats.org/drawingml/2006/main" r:embed="R460586a707724dd4"/>
          <a:srcRect xmlns:a="http://schemas.openxmlformats.org/drawingml/2006/main" l="5428" t="29169" r="50494" b="42537"/>
          <a:stretch xmlns:a="http://schemas.openxmlformats.org/drawingml/2006/main">
            <a:fillRect l="0" t="0" r="0" b="0"/>
          </a:stretch>
        </p:blipFill>
        <p:spPr>
          <a:xfrm xmlns:a="http://schemas.openxmlformats.org/drawingml/2006/main">
            <a:off x="3351213" y="1384300"/>
            <a:ext cx="2581975" cy="3314700"/>
          </a:xfrm>
          <a:prstGeom xmlns:a="http://schemas.openxmlformats.org/drawingml/2006/main" prst="roundRect">
            <a:avLst>
              <a:gd name="adj" fmla="val 0"/>
            </a:avLst>
          </a:prstGeom>
        </p:spPr>
      </p:pic>
      <p:pic>
        <p:nvPicPr>
          <p:cNvPr id="38" name="Picture 21"/>
          <p:cNvPicPr>
            <a:picLocks xmlns:a="http://schemas.openxmlformats.org/drawingml/2006/main" noChangeAspect="1"/>
          </p:cNvPicPr>
          <p:nvPr/>
        </p:nvPicPr>
        <p:blipFill>
          <a:blip xmlns:r="http://schemas.openxmlformats.org/officeDocument/2006/relationships" xmlns:a="http://schemas.openxmlformats.org/drawingml/2006/main" r:embed="R460586a707724dd4"/>
          <a:srcRect xmlns:a="http://schemas.openxmlformats.org/drawingml/2006/main" l="5428" t="29169" r="50494" b="42537"/>
          <a:stretch xmlns:a="http://schemas.openxmlformats.org/drawingml/2006/main">
            <a:fillRect l="0" t="0" r="0" b="0"/>
          </a:stretch>
        </p:blipFill>
        <p:spPr>
          <a:xfrm xmlns:a="http://schemas.openxmlformats.org/drawingml/2006/main">
            <a:off x="6265862" y="1384300"/>
            <a:ext cx="2581975" cy="3314700"/>
          </a:xfrm>
          <a:prstGeom xmlns:a="http://schemas.openxmlformats.org/drawingml/2006/main" prst="roundRect">
            <a:avLst>
              <a:gd name="adj" fmla="val 0"/>
            </a:avLst>
          </a:prstGeom>
        </p:spPr>
      </p:pic>
      <p:pic>
        <p:nvPicPr>
          <p:cNvPr id="39" name="Picture 22"/>
          <p:cNvPicPr>
            <a:picLocks xmlns:a="http://schemas.openxmlformats.org/drawingml/2006/main" noChangeAspect="1"/>
          </p:cNvPicPr>
          <p:nvPr/>
        </p:nvPicPr>
        <p:blipFill>
          <a:blip xmlns:r="http://schemas.openxmlformats.org/officeDocument/2006/relationships" xmlns:a="http://schemas.openxmlformats.org/drawingml/2006/main" r:embed="R460586a707724dd4"/>
          <a:srcRect xmlns:a="http://schemas.openxmlformats.org/drawingml/2006/main" l="5428" t="29169" r="50494" b="42537"/>
          <a:stretch xmlns:a="http://schemas.openxmlformats.org/drawingml/2006/main">
            <a:fillRect l="0" t="0" r="0" b="0"/>
          </a:stretch>
        </p:blipFill>
        <p:spPr>
          <a:xfrm xmlns:a="http://schemas.openxmlformats.org/drawingml/2006/main">
            <a:off x="9223375" y="1384300"/>
            <a:ext cx="2581975" cy="3314700"/>
          </a:xfrm>
          <a:prstGeom xmlns:a="http://schemas.openxmlformats.org/drawingml/2006/main" prst="roundRect">
            <a:avLst>
              <a:gd name="adj" fmla="val 0"/>
            </a:avLst>
          </a:prstGeom>
        </p:spPr>
      </p:pic>
      <p:sp>
        <p:nvSpPr>
          <p:cNvPr id="24" name="Footer Placeholder 23">
            <a:extLst xmlns:a="http://schemas.openxmlformats.org/drawingml/2006/main">
              <a:ext uri="{FF2B5EF4-FFF2-40B4-BE49-F238E27FC236}">
                <a16:creationId xmlns:a16="http://schemas.microsoft.com/office/drawing/2014/main" id="{C162692F-4232-A31F-B9AD-AFC59611E7C3}"/>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t>AIQE ARTD</a:t>
            </a:r>
            <a:endParaRPr sz="1100"/>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43316791c9f240ac"/>
          <a:srcRect xmlns:a="http://schemas.openxmlformats.org/drawingml/2006/main" l="0" t="13711" r="0" b="13711"/>
          <a:stretch xmlns:a="http://schemas.openxmlformats.org/drawingml/2006/main">
            <a:fillRect l="0" t="0" r="0" b="0"/>
          </a:stretch>
        </p:blipFill>
        <p:spPr>
          <a:xfrm xmlns:a="http://schemas.openxmlformats.org/drawingml/2006/main">
            <a:off x="390525" y="1381125"/>
            <a:ext cx="11420475" cy="3314700"/>
          </a:xfrm>
          <a:prstGeom xmlns:a="http://schemas.openxmlformats.org/drawingml/2006/main" prst="rect">
            <a:avLst/>
          </a:prstGeom>
        </p:spPr>
      </p:pic>
    </p:spTree>
    <p:extLst>
      <p:ext uri="{BB962C8B-B14F-4D97-AF65-F5344CB8AC3E}">
        <p14:creationId xmlns:p14="http://schemas.microsoft.com/office/powerpoint/2010/main" val="2254402078"/>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405DDE8-F6E5-161D-9B9B-71916FAAD399}"/>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t>AIQE ARTD</a:t>
            </a:r>
            <a:endParaRPr>
              <a:solidFill>
                <a:schemeClr val="tx1"/>
              </a:solidFill>
            </a:endParaRPr>
          </a:p>
        </p:txBody>
      </p:sp>
      <p:sp>
        <p:nvSpPr>
          <p:cNvPr id="4" name="Slide Number Placeholder 3">
            <a:extLst xmlns:a="http://schemas.openxmlformats.org/drawingml/2006/main">
              <a:ext uri="{FF2B5EF4-FFF2-40B4-BE49-F238E27FC236}">
                <a16:creationId xmlns:a16="http://schemas.microsoft.com/office/drawing/2014/main" id="{E115B2E1-B583-AF0F-E5A0-E31A89A70FEE}"/>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8574A810-7A8E-054F-9F6B-09E9C694ECF9}" type="slidenum">
              <a:t>19</a:t>
            </a:fld>
            <a:endParaRPr/>
          </a:p>
        </p:txBody>
      </p:sp>
      <p:sp>
        <p:nvSpPr>
          <p:cNvPr id="8" name="Title 7">
            <a:extLst xmlns:a="http://schemas.openxmlformats.org/drawingml/2006/main">
              <a:ext uri="{FF2B5EF4-FFF2-40B4-BE49-F238E27FC236}">
                <a16:creationId xmlns:a16="http://schemas.microsoft.com/office/drawing/2014/main" id="{5BBDF9FE-11B3-D661-6C73-AEF8F836236B}"/>
              </a:ext>
            </a:extLst>
          </p:cNvPr>
          <p:cNvSpPr>
            <a:spLocks xmlns:a="http://schemas.openxmlformats.org/drawingml/2006/main" noGrp="1"/>
          </p:cNvSpPr>
          <p:nvPr>
            <p:ph type="title" idx="0"/>
          </p:nvPr>
        </p:nvSpPr>
        <p:spPr>
          <a:xfrm xmlns:a="http://schemas.openxmlformats.org/drawingml/2006/main">
            <a:off x="393700" y="344009"/>
            <a:ext cx="11411838" cy="519592"/>
          </a:xfrm>
        </p:spPr>
        <p:txBody>
          <a:bodyPr xmlns:a="http://schemas.openxmlformats.org/drawingml/2006/main"/>
          <a:lstStyle xmlns:a="http://schemas.openxmlformats.org/drawingml/2006/main"/>
          <a:p xmlns:a="http://schemas.openxmlformats.org/drawingml/2006/main">
            <a:r>
              <a:t>Học phần 4: Đánh giá chất lượng ca kiểm thử</a:t>
            </a:r>
          </a:p>
        </p:txBody>
      </p:sp>
      <p:sp>
        <p:nvSpPr>
          <p:cNvPr id="5" name="Rounded Rectangle 4">
            <a:extLst xmlns:a="http://schemas.openxmlformats.org/drawingml/2006/main">
              <a:ext uri="{FF2B5EF4-FFF2-40B4-BE49-F238E27FC236}">
                <a16:creationId xmlns:a16="http://schemas.microsoft.com/office/drawing/2014/main" id="{01D80037-C168-FBF2-B54D-589D48490D50}"/>
              </a:ext>
            </a:extLst>
          </p:cNvPr>
          <p:cNvSpPr>
            <a:spLocks xmlns:a="http://schemas.openxmlformats.org/drawingml/2006/main" noGrp="1"/>
          </p:cNvSpPr>
          <p:nvPr/>
        </p:nvSpPr>
        <p:spPr>
          <a:xfrm xmlns:a="http://schemas.openxmlformats.org/drawingml/2006/main">
            <a:off x="393700" y="2374900"/>
            <a:ext cx="3568700" cy="3619500"/>
          </a:xfrm>
          <a:prstGeom xmlns:a="http://schemas.openxmlformats.org/drawingml/2006/main" prst="roundRect">
            <a:avLst>
              <a:gd name="adj" fmla="val 3585"/>
            </a:avLst>
          </a:prstGeom>
          <a:solidFill xmlns:a="http://schemas.openxmlformats.org/drawingml/2006/main">
            <a:schemeClr val="accent5">
              <a:lumMod val="20000"/>
              <a:lumOff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Rounded Rectangle 5">
            <a:extLst xmlns:a="http://schemas.openxmlformats.org/drawingml/2006/main">
              <a:ext uri="{FF2B5EF4-FFF2-40B4-BE49-F238E27FC236}">
                <a16:creationId xmlns:a16="http://schemas.microsoft.com/office/drawing/2014/main" id="{10E7C2EE-1AC5-1253-8D6A-BFE2CCABE4CC}"/>
              </a:ext>
            </a:extLst>
          </p:cNvPr>
          <p:cNvSpPr>
            <a:spLocks xmlns:a="http://schemas.openxmlformats.org/drawingml/2006/main" noGrp="1"/>
          </p:cNvSpPr>
          <p:nvPr/>
        </p:nvSpPr>
        <p:spPr>
          <a:xfrm xmlns:a="http://schemas.openxmlformats.org/drawingml/2006/main">
            <a:off x="4311650" y="2374900"/>
            <a:ext cx="3568700" cy="3619500"/>
          </a:xfrm>
          <a:prstGeom xmlns:a="http://schemas.openxmlformats.org/drawingml/2006/main" prst="roundRect">
            <a:avLst>
              <a:gd name="adj" fmla="val 3585"/>
            </a:avLst>
          </a:prstGeom>
          <a:solidFill xmlns:a="http://schemas.openxmlformats.org/drawingml/2006/main">
            <a:schemeClr val="accent5">
              <a:lumMod val="20000"/>
              <a:lumOff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ounded Rectangle 6">
            <a:extLst xmlns:a="http://schemas.openxmlformats.org/drawingml/2006/main">
              <a:ext uri="{FF2B5EF4-FFF2-40B4-BE49-F238E27FC236}">
                <a16:creationId xmlns:a16="http://schemas.microsoft.com/office/drawing/2014/main" id="{2F07ABEF-E57C-A069-52DA-DAB3B4107433}"/>
              </a:ext>
            </a:extLst>
          </p:cNvPr>
          <p:cNvSpPr>
            <a:spLocks xmlns:a="http://schemas.openxmlformats.org/drawingml/2006/main" noGrp="1"/>
          </p:cNvSpPr>
          <p:nvPr/>
        </p:nvSpPr>
        <p:spPr>
          <a:xfrm xmlns:a="http://schemas.openxmlformats.org/drawingml/2006/main">
            <a:off x="8232297" y="2374900"/>
            <a:ext cx="3568700" cy="3619500"/>
          </a:xfrm>
          <a:prstGeom xmlns:a="http://schemas.openxmlformats.org/drawingml/2006/main" prst="roundRect">
            <a:avLst>
              <a:gd name="adj" fmla="val 3585"/>
            </a:avLst>
          </a:prstGeom>
          <a:solidFill xmlns:a="http://schemas.openxmlformats.org/drawingml/2006/main">
            <a:schemeClr val="accent5">
              <a:lumMod val="20000"/>
              <a:lumOff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Content Placeholder 8">
            <a:extLst xmlns:a="http://schemas.openxmlformats.org/drawingml/2006/main">
              <a:ext uri="{FF2B5EF4-FFF2-40B4-BE49-F238E27FC236}">
                <a16:creationId xmlns:a16="http://schemas.microsoft.com/office/drawing/2014/main" id="{CD9BC49D-3C96-EBE3-CDD9-750D79584BAC}"/>
              </a:ext>
            </a:extLst>
          </p:cNvPr>
          <p:cNvSpPr>
            <a:spLocks xmlns:a="http://schemas.openxmlformats.org/drawingml/2006/main" noGrp="1"/>
          </p:cNvSpPr>
          <p:nvPr>
            <p:ph idx="1"/>
          </p:nvPr>
        </p:nvSpPr>
        <p:spPr>
          <a:xfrm xmlns:a="http://schemas.openxmlformats.org/drawingml/2006/main">
            <a:off x="703381" y="3365499"/>
            <a:ext cx="2949339" cy="1981201"/>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pPr>
            <a:r>
              <a:rPr sz="2000" b="0" i="0" u="none" cap="none" spc="0">
                <a:ln>
                  <a:noFill/>
                </a:ln>
                <a:solidFill>
                  <a:prstClr val="black"/>
                </a:solidFill>
                <a:latin typeface="Inter"/>
                <a:ea typeface="Inter"/>
                <a:cs typeface="Inter"/>
              </a:rPr>
              <a:t>Tính chính xác</a:t>
            </a:r>
          </a:p>
          <a:p xmlns:a="http://schemas.openxmlformats.org/drawingml/2006/main">
            <a:pPr marL="0" marR="0" lvl="0" indent="0" algn="l" defTabSz="914400">
              <a:lnSpc>
                <a:spcPct val="114000"/>
              </a:lnSpc>
              <a:spcBef>
                <a:spcPts val="0"/>
              </a:spcBef>
              <a:spcAft>
                <a:spcPts val="800"/>
              </a:spcAft>
              <a:buClrTx/>
              <a:buSzTx/>
              <a:buFont typeface="Arial"/>
              <a:buNone/>
            </a:pPr>
            <a:r>
              <a:rPr sz="1600" b="0" i="0" u="none" cap="none" spc="0">
                <a:ln>
                  <a:noFill/>
                </a:ln>
                <a:solidFill>
                  <a:prstClr val="black"/>
                </a:solidFill>
                <a:latin typeface="Inter"/>
                <a:ea typeface="Inter"/>
                <a:cs typeface="Inter"/>
              </a:rPr>
              <a:t>Phù hợp với yêu cầu, quy tắc nghiệp vụ hợp lệ, thiết lập khả thi và không tự suy diễn kết quả.</a:t>
            </a:r>
            <a:endParaRPr sz="1600">
              <a:latin typeface="Inter"/>
              <a:ea typeface="Inter"/>
              <a:cs typeface="Inter"/>
            </a:endParaRPr>
          </a:p>
        </p:txBody>
      </p:sp>
      <p:sp>
        <p:nvSpPr>
          <p:cNvPr id="10" name="Content Placeholder 9">
            <a:extLst xmlns:a="http://schemas.openxmlformats.org/drawingml/2006/main">
              <a:ext uri="{FF2B5EF4-FFF2-40B4-BE49-F238E27FC236}">
                <a16:creationId xmlns:a16="http://schemas.microsoft.com/office/drawing/2014/main" id="{7721E237-CC1B-11C2-06F2-0FF62F5271D5}"/>
              </a:ext>
            </a:extLst>
          </p:cNvPr>
          <p:cNvSpPr>
            <a:spLocks xmlns:a="http://schemas.openxmlformats.org/drawingml/2006/main" noGrp="1"/>
          </p:cNvSpPr>
          <p:nvPr>
            <p:ph idx="10"/>
          </p:nvPr>
        </p:nvSpPr>
        <p:spPr>
          <a:xfrm xmlns:a="http://schemas.openxmlformats.org/drawingml/2006/main">
            <a:off x="4627681" y="3365499"/>
            <a:ext cx="2949339" cy="1981201"/>
          </a:xfrm>
        </p:spPr>
        <p:txBody>
          <a:bodyPr xmlns:a="http://schemas.openxmlformats.org/drawingml/2006/main">
            <a:noAutofit/>
          </a:bodyPr>
          <a:lstStyle xmlns:a="http://schemas.openxmlformats.org/drawingml/2006/main"/>
          <a:p xmlns:a="http://schemas.openxmlformats.org/drawingml/2006/main">
            <a:pPr marL="0" lvl="0" indent="0">
              <a:lnSpc>
                <a:spcPct val="114000"/>
              </a:lnSpc>
              <a:spcBef>
                <a:spcPts val="0"/>
              </a:spcBef>
              <a:spcAft>
                <a:spcPts val="800"/>
              </a:spcAft>
              <a:buNone/>
            </a:pPr>
            <a:r>
              <a:rPr sz="2000">
                <a:solidFill>
                  <a:prstClr val="black"/>
                </a:solidFill>
                <a:latin typeface="Inter"/>
                <a:ea typeface="Inter"/>
                <a:cs typeface="Inter"/>
              </a:rPr>
              <a:t>Khả năng bảo trì</a:t>
            </a:r>
          </a:p>
          <a:p xmlns:a="http://schemas.openxmlformats.org/drawingml/2006/main">
            <a:pPr marL="0" lvl="0" indent="0">
              <a:lnSpc>
                <a:spcPct val="114000"/>
              </a:lnSpc>
              <a:spcBef>
                <a:spcPts val="0"/>
              </a:spcBef>
              <a:spcAft>
                <a:spcPts val="800"/>
              </a:spcAft>
              <a:buNone/>
            </a:pPr>
            <a:r>
              <a:rPr sz="1600">
                <a:solidFill>
                  <a:prstClr val="black"/>
                </a:solidFill>
                <a:latin typeface="Inter"/>
                <a:ea typeface="Inter"/>
                <a:cs typeface="Inter"/>
              </a:rPr>
              <a:t>Thực thi độc lập, dữ liệu có kiểm soát, dọn dẹp rõ ràng và hạn chế trùng lặp.</a:t>
            </a:r>
            <a:endParaRPr sz="1600">
              <a:latin typeface="Inter"/>
              <a:ea typeface="Inter"/>
              <a:cs typeface="Inter"/>
            </a:endParaRPr>
          </a:p>
        </p:txBody>
      </p:sp>
      <p:sp>
        <p:nvSpPr>
          <p:cNvPr id="11" name="Content Placeholder 10">
            <a:extLst xmlns:a="http://schemas.openxmlformats.org/drawingml/2006/main">
              <a:ext uri="{FF2B5EF4-FFF2-40B4-BE49-F238E27FC236}">
                <a16:creationId xmlns:a16="http://schemas.microsoft.com/office/drawing/2014/main" id="{FE34BFB1-1732-6AA8-499C-16BCB107B446}"/>
              </a:ext>
            </a:extLst>
          </p:cNvPr>
          <p:cNvSpPr>
            <a:spLocks xmlns:a="http://schemas.openxmlformats.org/drawingml/2006/main" noGrp="1"/>
          </p:cNvSpPr>
          <p:nvPr>
            <p:ph idx="11"/>
          </p:nvPr>
        </p:nvSpPr>
        <p:spPr>
          <a:xfrm xmlns:a="http://schemas.openxmlformats.org/drawingml/2006/main">
            <a:off x="8541954" y="3365499"/>
            <a:ext cx="2949339" cy="1981201"/>
          </a:xfrm>
        </p:spPr>
        <p:txBody>
          <a:bodyPr xmlns:a="http://schemas.openxmlformats.org/drawingml/2006/main">
            <a:noAutofit/>
          </a:bodyPr>
          <a:lstStyle xmlns:a="http://schemas.openxmlformats.org/drawingml/2006/main"/>
          <a:p xmlns:a="http://schemas.openxmlformats.org/drawingml/2006/main">
            <a:pPr marL="0" lvl="0" indent="0">
              <a:lnSpc>
                <a:spcPct val="114000"/>
              </a:lnSpc>
              <a:spcBef>
                <a:spcPts val="0"/>
              </a:spcBef>
              <a:spcAft>
                <a:spcPts val="800"/>
              </a:spcAft>
              <a:buNone/>
            </a:pPr>
            <a:r>
              <a:rPr sz="2000">
                <a:solidFill>
                  <a:prstClr val="black"/>
                </a:solidFill>
                <a:latin typeface="Inter"/>
                <a:ea typeface="Inter"/>
                <a:cs typeface="Inter"/>
              </a:rPr>
              <a:t>Giá trị chẩn đoán</a:t>
            </a:r>
          </a:p>
          <a:p xmlns:a="http://schemas.openxmlformats.org/drawingml/2006/main">
            <a:pPr marL="0" lvl="0" indent="0">
              <a:lnSpc>
                <a:spcPct val="114000"/>
              </a:lnSpc>
              <a:spcBef>
                <a:spcPts val="0"/>
              </a:spcBef>
              <a:spcAft>
                <a:spcPts val="800"/>
              </a:spcAft>
              <a:buNone/>
            </a:pPr>
            <a:r>
              <a:rPr sz="1600">
                <a:solidFill>
                  <a:prstClr val="black"/>
                </a:solidFill>
                <a:latin typeface="Inter"/>
                <a:ea typeface="Inter"/>
                <a:cs typeface="Inter"/>
              </a:rPr>
              <a:t>Điểm kiểm tra rõ ràng, tiêu chí xác nhận quan sát được và đủ bằng chứng để giải thích lỗi.</a:t>
            </a:r>
            <a:endParaRPr sz="1600">
              <a:latin typeface="Inter"/>
              <a:ea typeface="Inter"/>
              <a:cs typeface="Inter"/>
            </a:endParaRPr>
          </a:p>
        </p:txBody>
      </p:sp>
      <p:sp>
        <p:nvSpPr>
          <p:cNvPr id="2" name="Google Shape;303;p29">
            <a:extLst xmlns:a="http://schemas.openxmlformats.org/drawingml/2006/main">
              <a:ext uri="{FF2B5EF4-FFF2-40B4-BE49-F238E27FC236}">
                <a16:creationId xmlns:a16="http://schemas.microsoft.com/office/drawing/2014/main" id="{5A63C565-27C7-B453-570C-D6DDD0BFDEBE}"/>
              </a:ext>
            </a:extLst>
          </p:cNvPr>
          <p:cNvSpPr>
            <a:spLocks xmlns:a="http://schemas.openxmlformats.org/drawingml/2006/main" noGrp="1"/>
          </p:cNvSpPr>
          <p:nvPr/>
        </p:nvSpPr>
        <p:spPr>
          <a:xfrm xmlns:a="http://schemas.openxmlformats.org/drawingml/2006/main">
            <a:off x="8549658" y="2759697"/>
            <a:ext cx="230437" cy="256014"/>
          </a:xfrm>
          <a:custGeom xmlns:a="http://schemas.openxmlformats.org/drawingml/2006/main">
            <a:rect l="l" t="t" r="r" b="b"/>
            <a:pathLst>
              <a:path w="20236" h="20115">
                <a:moveTo>
                  <a:pt x="11303" y="2594"/>
                </a:moveTo>
                <a:lnTo>
                  <a:pt x="2175" y="11983"/>
                </a:lnTo>
                <a:lnTo>
                  <a:pt x="9033" y="11983"/>
                </a:lnTo>
                <a:cubicBezTo>
                  <a:pt x="9364" y="11983"/>
                  <a:pt x="9678" y="12118"/>
                  <a:pt x="9883" y="12348"/>
                </a:cubicBezTo>
                <a:cubicBezTo>
                  <a:pt x="10089" y="12579"/>
                  <a:pt x="10165" y="12880"/>
                  <a:pt x="10089" y="13166"/>
                </a:cubicBezTo>
                <a:lnTo>
                  <a:pt x="8933" y="17522"/>
                </a:lnTo>
                <a:lnTo>
                  <a:pt x="18061" y="8133"/>
                </a:lnTo>
                <a:lnTo>
                  <a:pt x="11203" y="8133"/>
                </a:lnTo>
                <a:cubicBezTo>
                  <a:pt x="10872" y="8133"/>
                  <a:pt x="10558" y="7999"/>
                  <a:pt x="10353" y="7768"/>
                </a:cubicBezTo>
                <a:cubicBezTo>
                  <a:pt x="10147" y="7537"/>
                  <a:pt x="10071" y="7236"/>
                  <a:pt x="10147" y="6950"/>
                </a:cubicBezTo>
                <a:lnTo>
                  <a:pt x="11303" y="2594"/>
                </a:lnTo>
                <a:close/>
                <a:moveTo>
                  <a:pt x="10382" y="593"/>
                </a:moveTo>
                <a:cubicBezTo>
                  <a:pt x="11679" y="-742"/>
                  <a:pt x="14125" y="363"/>
                  <a:pt x="13670" y="2078"/>
                </a:cubicBezTo>
                <a:lnTo>
                  <a:pt x="12574" y="6208"/>
                </a:lnTo>
                <a:lnTo>
                  <a:pt x="18061" y="6208"/>
                </a:lnTo>
                <a:cubicBezTo>
                  <a:pt x="19918" y="6208"/>
                  <a:pt x="20918" y="8142"/>
                  <a:pt x="19705" y="9390"/>
                </a:cubicBezTo>
                <a:lnTo>
                  <a:pt x="9854" y="19523"/>
                </a:lnTo>
                <a:cubicBezTo>
                  <a:pt x="8557" y="20858"/>
                  <a:pt x="6111" y="19753"/>
                  <a:pt x="6566" y="18038"/>
                </a:cubicBezTo>
                <a:lnTo>
                  <a:pt x="7662" y="13908"/>
                </a:lnTo>
                <a:lnTo>
                  <a:pt x="2175" y="13908"/>
                </a:lnTo>
                <a:cubicBezTo>
                  <a:pt x="318" y="13908"/>
                  <a:pt x="-682" y="11974"/>
                  <a:pt x="531" y="10726"/>
                </a:cubicBezTo>
                <a:lnTo>
                  <a:pt x="10382" y="593"/>
                </a:ln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59850" tIns="59850" rIns="59850" bIns="59850" anchor="ctr">
            <a:noAutofit/>
          </a:bodyPr>
          <a:lstStyle xmlns:a="http://schemas.openxmlformats.org/drawingml/2006/main"/>
          <a:p xmlns:a="http://schemas.openxmlformats.org/drawingml/2006/main">
            <a:pPr algn="ctr">
              <a:buClr>
                <a:srgbClr val="FFFFFF"/>
              </a:buClr>
              <a:buSzPts val="3801"/>
              <a:buNone/>
            </a:pPr>
            <a:endParaRPr sz="3801">
              <a:solidFill>
                <a:srgbClr val="FFFFFF"/>
              </a:solidFill>
              <a:latin typeface="Inter"/>
              <a:ea typeface="Inter"/>
              <a:cs typeface="Inter"/>
            </a:endParaRPr>
          </a:p>
        </p:txBody>
      </p:sp>
      <p:sp>
        <p:nvSpPr>
          <p:cNvPr id="12" name="Google Shape;304;p29">
            <a:extLst xmlns:a="http://schemas.openxmlformats.org/drawingml/2006/main">
              <a:ext uri="{FF2B5EF4-FFF2-40B4-BE49-F238E27FC236}">
                <a16:creationId xmlns:a16="http://schemas.microsoft.com/office/drawing/2014/main" id="{2E71F363-4565-783C-7D45-A77673EFE639}"/>
              </a:ext>
            </a:extLst>
          </p:cNvPr>
          <p:cNvSpPr>
            <a:spLocks xmlns:a="http://schemas.openxmlformats.org/drawingml/2006/main" noGrp="1"/>
          </p:cNvSpPr>
          <p:nvPr/>
        </p:nvSpPr>
        <p:spPr>
          <a:xfrm xmlns:a="http://schemas.openxmlformats.org/drawingml/2006/main">
            <a:off x="4632459" y="2759696"/>
            <a:ext cx="256014" cy="256014"/>
          </a:xfrm>
          <a:custGeom xmlns:a="http://schemas.openxmlformats.org/drawingml/2006/main">
            <a:rect l="l" t="t" r="r" b="b"/>
            <a:pathLst>
              <a:path w="21600" h="21600">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close/>
                <a:moveTo>
                  <a:pt x="10800" y="2160"/>
                </a:moveTo>
                <a:cubicBezTo>
                  <a:pt x="15572" y="2160"/>
                  <a:pt x="19440" y="6028"/>
                  <a:pt x="19440" y="10800"/>
                </a:cubicBezTo>
                <a:cubicBezTo>
                  <a:pt x="19440" y="15572"/>
                  <a:pt x="15572" y="19440"/>
                  <a:pt x="10800" y="19440"/>
                </a:cubicBezTo>
                <a:cubicBezTo>
                  <a:pt x="6028" y="19440"/>
                  <a:pt x="2160" y="15572"/>
                  <a:pt x="2160" y="10800"/>
                </a:cubicBezTo>
                <a:cubicBezTo>
                  <a:pt x="2160" y="6028"/>
                  <a:pt x="6028" y="2160"/>
                  <a:pt x="10800" y="2160"/>
                </a:cubicBezTo>
                <a:close/>
                <a:moveTo>
                  <a:pt x="6649" y="12960"/>
                </a:moveTo>
                <a:cubicBezTo>
                  <a:pt x="6375" y="12921"/>
                  <a:pt x="6077" y="12983"/>
                  <a:pt x="5839" y="13162"/>
                </a:cubicBezTo>
                <a:cubicBezTo>
                  <a:pt x="5362" y="13521"/>
                  <a:pt x="5278" y="14204"/>
                  <a:pt x="5636" y="14681"/>
                </a:cubicBezTo>
                <a:cubicBezTo>
                  <a:pt x="8197" y="18089"/>
                  <a:pt x="13437" y="18089"/>
                  <a:pt x="15997" y="14681"/>
                </a:cubicBezTo>
                <a:cubicBezTo>
                  <a:pt x="16356" y="14204"/>
                  <a:pt x="16272" y="13521"/>
                  <a:pt x="15795" y="13162"/>
                </a:cubicBezTo>
                <a:cubicBezTo>
                  <a:pt x="15318" y="12804"/>
                  <a:pt x="14635" y="12888"/>
                  <a:pt x="14276" y="13365"/>
                </a:cubicBezTo>
                <a:cubicBezTo>
                  <a:pt x="12580" y="15623"/>
                  <a:pt x="9054" y="15623"/>
                  <a:pt x="7357" y="13365"/>
                </a:cubicBezTo>
                <a:cubicBezTo>
                  <a:pt x="7178" y="13127"/>
                  <a:pt x="6922" y="12999"/>
                  <a:pt x="6649" y="12960"/>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3801"/>
              <a:buNone/>
            </a:pPr>
            <a:endParaRPr sz="3801">
              <a:solidFill>
                <a:srgbClr val="FFFFFF"/>
              </a:solidFill>
              <a:latin typeface="Inter"/>
              <a:ea typeface="Inter"/>
              <a:cs typeface="Inter"/>
            </a:endParaRPr>
          </a:p>
        </p:txBody>
      </p:sp>
      <p:sp>
        <p:nvSpPr>
          <p:cNvPr id="13" name="Google Shape;305;p29">
            <a:extLst xmlns:a="http://schemas.openxmlformats.org/drawingml/2006/main">
              <a:ext uri="{FF2B5EF4-FFF2-40B4-BE49-F238E27FC236}">
                <a16:creationId xmlns:a16="http://schemas.microsoft.com/office/drawing/2014/main" id="{5B7D18E2-4EB1-E52F-2BE9-AE2714DAEB1F}"/>
              </a:ext>
            </a:extLst>
          </p:cNvPr>
          <p:cNvSpPr>
            <a:spLocks xmlns:a="http://schemas.openxmlformats.org/drawingml/2006/main" noGrp="1"/>
          </p:cNvSpPr>
          <p:nvPr/>
        </p:nvSpPr>
        <p:spPr>
          <a:xfrm xmlns:a="http://schemas.openxmlformats.org/drawingml/2006/main">
            <a:off x="693808" y="2759696"/>
            <a:ext cx="256014" cy="256014"/>
          </a:xfrm>
          <a:custGeom xmlns:a="http://schemas.openxmlformats.org/drawingml/2006/main">
            <a:rect l="l" t="t" r="r" b="b"/>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784" y="2163"/>
                </a:moveTo>
                <a:cubicBezTo>
                  <a:pt x="10772" y="2167"/>
                  <a:pt x="10749" y="2175"/>
                  <a:pt x="10715" y="2196"/>
                </a:cubicBezTo>
                <a:cubicBezTo>
                  <a:pt x="10574" y="2281"/>
                  <a:pt x="10340" y="2510"/>
                  <a:pt x="10071" y="2999"/>
                </a:cubicBezTo>
                <a:cubicBezTo>
                  <a:pt x="9811" y="3472"/>
                  <a:pt x="9560" y="4109"/>
                  <a:pt x="9344" y="4895"/>
                </a:cubicBezTo>
                <a:cubicBezTo>
                  <a:pt x="8980" y="6213"/>
                  <a:pt x="8731" y="7875"/>
                  <a:pt x="8661" y="9720"/>
                </a:cubicBezTo>
                <a:lnTo>
                  <a:pt x="12939" y="9720"/>
                </a:lnTo>
                <a:cubicBezTo>
                  <a:pt x="12869" y="7875"/>
                  <a:pt x="12620" y="6213"/>
                  <a:pt x="12256" y="4895"/>
                </a:cubicBezTo>
                <a:cubicBezTo>
                  <a:pt x="12040" y="4109"/>
                  <a:pt x="11789" y="3472"/>
                  <a:pt x="11529" y="2999"/>
                </a:cubicBezTo>
                <a:cubicBezTo>
                  <a:pt x="11260" y="2510"/>
                  <a:pt x="11026" y="2281"/>
                  <a:pt x="10885" y="2196"/>
                </a:cubicBezTo>
                <a:cubicBezTo>
                  <a:pt x="10851" y="2175"/>
                  <a:pt x="10828" y="2167"/>
                  <a:pt x="10816" y="2163"/>
                </a:cubicBezTo>
                <a:cubicBezTo>
                  <a:pt x="10807" y="2161"/>
                  <a:pt x="10801" y="2160"/>
                  <a:pt x="10800" y="2160"/>
                </a:cubicBezTo>
                <a:cubicBezTo>
                  <a:pt x="10798" y="2160"/>
                  <a:pt x="10793" y="2161"/>
                  <a:pt x="10784" y="2163"/>
                </a:cubicBezTo>
                <a:close/>
                <a:moveTo>
                  <a:pt x="6499" y="9720"/>
                </a:moveTo>
                <a:cubicBezTo>
                  <a:pt x="6571" y="7704"/>
                  <a:pt x="6841" y="5845"/>
                  <a:pt x="7261" y="4321"/>
                </a:cubicBezTo>
                <a:cubicBezTo>
                  <a:pt x="7424" y="3732"/>
                  <a:pt x="7611" y="3182"/>
                  <a:pt x="7825" y="2686"/>
                </a:cubicBezTo>
                <a:cubicBezTo>
                  <a:pt x="4843" y="3779"/>
                  <a:pt x="2632" y="6469"/>
                  <a:pt x="2227" y="9720"/>
                </a:cubicBezTo>
                <a:lnTo>
                  <a:pt x="6499" y="9720"/>
                </a:lnTo>
                <a:close/>
                <a:moveTo>
                  <a:pt x="2227" y="11880"/>
                </a:moveTo>
                <a:lnTo>
                  <a:pt x="6499" y="11880"/>
                </a:lnTo>
                <a:cubicBezTo>
                  <a:pt x="6582" y="14228"/>
                  <a:pt x="6936" y="16368"/>
                  <a:pt x="7484" y="18014"/>
                </a:cubicBezTo>
                <a:cubicBezTo>
                  <a:pt x="7589" y="18327"/>
                  <a:pt x="7702" y="18628"/>
                  <a:pt x="7825" y="18914"/>
                </a:cubicBezTo>
                <a:cubicBezTo>
                  <a:pt x="4843" y="17821"/>
                  <a:pt x="2632" y="15131"/>
                  <a:pt x="2227" y="11880"/>
                </a:cubicBezTo>
                <a:close/>
                <a:moveTo>
                  <a:pt x="8661" y="11880"/>
                </a:moveTo>
                <a:cubicBezTo>
                  <a:pt x="8743" y="14037"/>
                  <a:pt x="9069" y="15938"/>
                  <a:pt x="9534" y="17332"/>
                </a:cubicBezTo>
                <a:cubicBezTo>
                  <a:pt x="9806" y="18148"/>
                  <a:pt x="10106" y="18732"/>
                  <a:pt x="10387" y="19088"/>
                </a:cubicBezTo>
                <a:cubicBezTo>
                  <a:pt x="10525" y="19263"/>
                  <a:pt x="10637" y="19356"/>
                  <a:pt x="10712" y="19402"/>
                </a:cubicBezTo>
                <a:cubicBezTo>
                  <a:pt x="10748" y="19424"/>
                  <a:pt x="10771" y="19434"/>
                  <a:pt x="10783" y="19437"/>
                </a:cubicBezTo>
                <a:cubicBezTo>
                  <a:pt x="10794" y="19440"/>
                  <a:pt x="10800" y="19440"/>
                  <a:pt x="10800" y="19440"/>
                </a:cubicBezTo>
                <a:cubicBezTo>
                  <a:pt x="10800" y="19440"/>
                  <a:pt x="10805" y="19440"/>
                  <a:pt x="10817" y="19437"/>
                </a:cubicBezTo>
                <a:cubicBezTo>
                  <a:pt x="10829" y="19434"/>
                  <a:pt x="10852" y="19424"/>
                  <a:pt x="10888" y="19402"/>
                </a:cubicBezTo>
                <a:cubicBezTo>
                  <a:pt x="10963" y="19356"/>
                  <a:pt x="11075" y="19263"/>
                  <a:pt x="11213" y="19088"/>
                </a:cubicBezTo>
                <a:cubicBezTo>
                  <a:pt x="11494" y="18732"/>
                  <a:pt x="11794" y="18148"/>
                  <a:pt x="12066" y="17332"/>
                </a:cubicBezTo>
                <a:cubicBezTo>
                  <a:pt x="12531" y="15938"/>
                  <a:pt x="12857" y="14037"/>
                  <a:pt x="12939" y="11880"/>
                </a:cubicBezTo>
                <a:lnTo>
                  <a:pt x="8661" y="11880"/>
                </a:lnTo>
                <a:close/>
                <a:moveTo>
                  <a:pt x="15101" y="11880"/>
                </a:moveTo>
                <a:cubicBezTo>
                  <a:pt x="15018" y="14228"/>
                  <a:pt x="14664" y="16368"/>
                  <a:pt x="14116" y="18014"/>
                </a:cubicBezTo>
                <a:cubicBezTo>
                  <a:pt x="14011" y="18327"/>
                  <a:pt x="13898" y="18628"/>
                  <a:pt x="13775" y="18914"/>
                </a:cubicBezTo>
                <a:cubicBezTo>
                  <a:pt x="16757" y="17821"/>
                  <a:pt x="18968" y="15131"/>
                  <a:pt x="19373" y="11880"/>
                </a:cubicBezTo>
                <a:lnTo>
                  <a:pt x="15101" y="11880"/>
                </a:lnTo>
                <a:close/>
                <a:moveTo>
                  <a:pt x="19373" y="9720"/>
                </a:moveTo>
                <a:cubicBezTo>
                  <a:pt x="18968" y="6469"/>
                  <a:pt x="16757" y="3779"/>
                  <a:pt x="13775" y="2686"/>
                </a:cubicBezTo>
                <a:cubicBezTo>
                  <a:pt x="13989" y="3182"/>
                  <a:pt x="14176" y="3732"/>
                  <a:pt x="14339" y="4321"/>
                </a:cubicBezTo>
                <a:cubicBezTo>
                  <a:pt x="14759" y="5845"/>
                  <a:pt x="15029" y="7704"/>
                  <a:pt x="15101" y="9720"/>
                </a:cubicBezTo>
                <a:lnTo>
                  <a:pt x="19373" y="9720"/>
                </a:ln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59850" tIns="59850" rIns="59850" bIns="59850" anchor="ctr">
            <a:noAutofit/>
          </a:bodyPr>
          <a:lstStyle xmlns:a="http://schemas.openxmlformats.org/drawingml/2006/main"/>
          <a:p xmlns:a="http://schemas.openxmlformats.org/drawingml/2006/main">
            <a:pPr algn="ctr">
              <a:buClr>
                <a:srgbClr val="FFFFFF"/>
              </a:buClr>
              <a:buSzPts val="3801"/>
              <a:buNone/>
            </a:pPr>
            <a:endParaRPr sz="3801">
              <a:solidFill>
                <a:srgbClr val="FFFFFF"/>
              </a:solidFill>
              <a:latin typeface="Inter"/>
              <a:ea typeface="Inter"/>
              <a:cs typeface="Inter"/>
            </a:endParaRPr>
          </a:p>
        </p:txBody>
      </p:sp>
      <p:sp>
        <p:nvSpPr>
          <p:cNvPr id="14" name="Content Placeholder 15">
            <a:extLst xmlns:a="http://schemas.openxmlformats.org/drawingml/2006/main">
              <a:ext uri="{FF2B5EF4-FFF2-40B4-BE49-F238E27FC236}">
                <a16:creationId xmlns:a16="http://schemas.microsoft.com/office/drawing/2014/main" id="{D7B27847-7526-0A76-DFBA-302A5A7697DE}"/>
              </a:ext>
            </a:extLst>
          </p:cNvPr>
          <p:cNvSpPr>
            <a:spLocks xmlns:a="http://schemas.openxmlformats.org/drawingml/2006/main" noGrp="1"/>
          </p:cNvSpPr>
          <p:nvPr/>
        </p:nvSpPr>
        <p:spPr>
          <a:xfrm xmlns:a="http://schemas.openxmlformats.org/drawingml/2006/main">
            <a:off x="400939" y="1037594"/>
            <a:ext cx="11404599" cy="104749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pPr>
            <a:r>
              <a:rPr sz="1800">
                <a:solidFill>
                  <a:prstClr val="black"/>
                </a:solidFill>
                <a:latin typeface="Inter"/>
                <a:ea typeface="Inter"/>
                <a:cs typeface="Inter"/>
              </a:rPr>
              <a:t>AI soạn trước một ca kiểm thử. Người đánh giá xác nhận sự phù hợp với nguồn trước khi mô hình mở rộng thành cả nhóm ca kiểm thử.</a:t>
            </a:r>
          </a:p>
        </p:txBody>
      </p:sp>
    </p:spTree>
    <p:extLst>
      <p:ext uri="{BB962C8B-B14F-4D97-AF65-F5344CB8AC3E}">
        <p14:creationId xmlns:p14="http://schemas.microsoft.com/office/powerpoint/2010/main" val="3756368278"/>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9EE8A1CA-4617-FF10-E8D0-B582B7F48A83}"/>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00000000-1234-1234-1234-123412341234}" type="slidenum">
              <a:t>20</a:t>
            </a:fld>
            <a:endParaRPr/>
          </a:p>
        </p:txBody>
      </p:sp>
      <p:sp>
        <p:nvSpPr>
          <p:cNvPr id="533" name="Google Shape;533;p58">
            <a:extLst xmlns:a="http://schemas.openxmlformats.org/drawingml/2006/main">
              <a:ext uri="{FF2B5EF4-FFF2-40B4-BE49-F238E27FC236}">
                <a16:creationId xmlns:a16="http://schemas.microsoft.com/office/drawing/2014/main" id="{68499D35-F61B-DF1C-10A6-EA04E8D00662}"/>
              </a:ext>
            </a:extLst>
          </p:cNvPr>
          <p:cNvSpPr>
            <a:spLocks xmlns:a="http://schemas.openxmlformats.org/drawingml/2006/main" noGrp="1"/>
          </p:cNvSpPr>
          <p:nvPr>
            <p:ph type="title" idx="0"/>
          </p:nvPr>
        </p:nvSpPr>
        <p:spPr>
          <a:xfrm xmlns:a="http://schemas.openxmlformats.org/drawingml/2006/main">
            <a:off x="393700" y="344009"/>
            <a:ext cx="11404600" cy="69739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Tiến trình phiên kiểm thử khám phá</a:t>
            </a:r>
            <a:endParaRPr/>
          </a:p>
        </p:txBody>
      </p:sp>
      <p:graphicFrame>
        <p:nvGraphicFramePr>
          <p:cNvPr id="537" name="Google Shape;953;p80"/>
          <p:cNvGraphicFramePr/>
          <p:nvPr/>
        </p:nvGraphicFramePr>
        <p:xfrm>
          <a:off xmlns:a="http://schemas.openxmlformats.org/drawingml/2006/main" x="393699" y="1379875"/>
          <a:ext xmlns:a="http://schemas.openxmlformats.org/drawingml/2006/main" cx="11404600" cy="4614525"/>
        </p:xfrm>
        <a:graphic xmlns:a="http://schemas.openxmlformats.org/drawingml/2006/main">
          <a:graphicData uri="http://schemas.openxmlformats.org/drawingml/2006/table">
            <a:tbl>
              <a:tblPr/>
              <a:tblGrid>
                <a:gridCol w="2280920"/>
                <a:gridCol w="2280920"/>
                <a:gridCol w="2280920"/>
                <a:gridCol w="2280920"/>
                <a:gridCol w="2280920"/>
              </a:tblGrid>
              <a:tr h="4614525">
                <a:tc>
                  <a:txBody>
                    <a:bodyPr/>
                    <a:lstStyle/>
                    <a:p>
                      <a:pPr marL="0" lvl="0" indent="0" algn="l">
                        <a:spcBef>
                          <a:spcPts val="0"/>
                        </a:spcBef>
                        <a:spcAft>
                          <a:spcPts val="0"/>
                        </a:spcAft>
                        <a:buNone/>
                      </a:pPr>
                      <a:r>
                        <a:rPr sz="1600">
                          <a:solidFill>
                            <a:schemeClr val="tx1"/>
                          </a:solidFill>
                        </a:rPr>
                        <a:t>0–10 phút</a:t>
                      </a:r>
                      <a:endParaRPr sz="1600">
                        <a:solidFill>
                          <a:schemeClr val="tx1"/>
                        </a:solidFill>
                      </a:endParaRPr>
                    </a:p>
                  </a:txBody>
                  <a:tcPr marL="137150" marR="91425" marT="0" marB="91425">
                    <a:lnL w="12700" cmpd="sng">
                      <a:solidFill>
                        <a:schemeClr val="tx1"/>
                      </a:solidFill>
                      <a:prstDash val="solid"/>
                    </a:lnL>
                    <a:lnR w="12700" cmpd="sng">
                      <a:solidFill>
                        <a:schemeClr val="tx1"/>
                      </a:solidFill>
                      <a:prstDash val="solid"/>
                    </a:lnR>
                    <a:lnT w="9525" cmpd="sng">
                      <a:solidFill>
                        <a:srgbClr val="9E9E9E">
                          <a:alpha val="0"/>
                        </a:srgbClr>
                      </a:solidFill>
                      <a:prstDash val="solid"/>
                    </a:lnT>
                    <a:lnB w="9525" cmpd="sng">
                      <a:solidFill>
                        <a:srgbClr val="9E9E9E">
                          <a:alpha val="0"/>
                        </a:srgbClr>
                      </a:solidFill>
                      <a:prstDash val="solid"/>
                    </a:lnB>
                  </a:tcPr>
                </a:tc>
                <a:tc>
                  <a:txBody>
                    <a:bodyPr/>
                    <a:lstStyle/>
                    <a:p>
                      <a:pPr marL="0" lvl="0" indent="0" algn="l">
                        <a:spcBef>
                          <a:spcPts val="0"/>
                        </a:spcBef>
                        <a:spcAft>
                          <a:spcPts val="0"/>
                        </a:spcAft>
                        <a:buNone/>
                      </a:pPr>
                      <a:r>
                        <a:rPr sz="1600">
                          <a:solidFill>
                            <a:schemeClr val="tx1"/>
                          </a:solidFill>
                        </a:rPr>
                        <a:t>10–25 phút</a:t>
                      </a:r>
                      <a:endParaRPr sz="1600">
                        <a:solidFill>
                          <a:schemeClr val="tx1"/>
                        </a:solidFill>
                      </a:endParaRPr>
                    </a:p>
                  </a:txBody>
                  <a:tcPr marL="137150" marR="91425" marT="0" marB="91425">
                    <a:lnL w="12700" cmpd="sng">
                      <a:solidFill>
                        <a:schemeClr val="tx1"/>
                      </a:solidFill>
                      <a:prstDash val="solid"/>
                    </a:lnL>
                    <a:lnR w="12700" cmpd="sng">
                      <a:solidFill>
                        <a:schemeClr val="tx1"/>
                      </a:solidFill>
                      <a:prstDash val="solid"/>
                    </a:lnR>
                    <a:lnT w="9525" cmpd="sng">
                      <a:solidFill>
                        <a:srgbClr val="9E9E9E">
                          <a:alpha val="0"/>
                        </a:srgbClr>
                      </a:solidFill>
                      <a:prstDash val="solid"/>
                    </a:lnT>
                    <a:lnB w="9525" cmpd="sng">
                      <a:solidFill>
                        <a:srgbClr val="9E9E9E">
                          <a:alpha val="0"/>
                        </a:srgbClr>
                      </a:solidFill>
                      <a:prstDash val="solid"/>
                    </a:lnB>
                  </a:tcPr>
                </a:tc>
                <a:tc>
                  <a:txBody>
                    <a:bodyPr/>
                    <a:lstStyle/>
                    <a:p>
                      <a:pPr marL="0" lvl="0" indent="0" algn="l">
                        <a:spcBef>
                          <a:spcPts val="0"/>
                        </a:spcBef>
                        <a:spcAft>
                          <a:spcPts val="0"/>
                        </a:spcAft>
                        <a:buNone/>
                      </a:pPr>
                      <a:r>
                        <a:rPr sz="1600">
                          <a:solidFill>
                            <a:schemeClr val="tx1"/>
                          </a:solidFill>
                        </a:rPr>
                        <a:t>25–45 phút</a:t>
                      </a:r>
                      <a:endParaRPr sz="1600">
                        <a:solidFill>
                          <a:schemeClr val="tx1"/>
                        </a:solidFill>
                      </a:endParaRPr>
                    </a:p>
                  </a:txBody>
                  <a:tcPr marL="137150" marR="91425" marT="0" marB="91425">
                    <a:lnL w="12700" cmpd="sng">
                      <a:solidFill>
                        <a:schemeClr val="tx1"/>
                      </a:solidFill>
                      <a:prstDash val="solid"/>
                    </a:lnL>
                    <a:lnR w="12700" cmpd="sng">
                      <a:solidFill>
                        <a:schemeClr val="tx1"/>
                      </a:solidFill>
                      <a:prstDash val="solid"/>
                    </a:lnR>
                    <a:lnT w="9525" cmpd="sng">
                      <a:solidFill>
                        <a:srgbClr val="9E9E9E">
                          <a:alpha val="0"/>
                        </a:srgbClr>
                      </a:solidFill>
                      <a:prstDash val="solid"/>
                    </a:lnT>
                    <a:lnB w="9525" cmpd="sng">
                      <a:solidFill>
                        <a:srgbClr val="9E9E9E">
                          <a:alpha val="0"/>
                        </a:srgbClr>
                      </a:solidFill>
                      <a:prstDash val="solid"/>
                    </a:lnB>
                  </a:tcPr>
                </a:tc>
                <a:tc>
                  <a:txBody>
                    <a:bodyPr/>
                    <a:lstStyle/>
                    <a:p>
                      <a:pPr marL="0" lvl="0" indent="0" algn="l">
                        <a:spcBef>
                          <a:spcPts val="0"/>
                        </a:spcBef>
                        <a:spcAft>
                          <a:spcPts val="0"/>
                        </a:spcAft>
                        <a:buNone/>
                      </a:pPr>
                      <a:r>
                        <a:rPr sz="1600">
                          <a:solidFill>
                            <a:schemeClr val="tx1"/>
                          </a:solidFill>
                        </a:rPr>
                        <a:t>45–55 phút</a:t>
                      </a:r>
                      <a:endParaRPr sz="1600">
                        <a:solidFill>
                          <a:schemeClr val="tx1"/>
                        </a:solidFill>
                      </a:endParaRPr>
                    </a:p>
                  </a:txBody>
                  <a:tcPr marL="137150" marR="91425" marT="0" marB="91425">
                    <a:lnL w="12700" cmpd="sng">
                      <a:solidFill>
                        <a:schemeClr val="tx1"/>
                      </a:solidFill>
                      <a:prstDash val="solid"/>
                    </a:lnL>
                    <a:lnR w="12700" cmpd="sng">
                      <a:solidFill>
                        <a:schemeClr val="tx1"/>
                      </a:solidFill>
                      <a:prstDash val="solid"/>
                    </a:lnR>
                    <a:lnT w="9525" cmpd="sng">
                      <a:solidFill>
                        <a:srgbClr val="9E9E9E">
                          <a:alpha val="0"/>
                        </a:srgbClr>
                      </a:solidFill>
                      <a:prstDash val="solid"/>
                    </a:lnT>
                    <a:lnB w="9525" cmpd="sng">
                      <a:solidFill>
                        <a:srgbClr val="9E9E9E">
                          <a:alpha val="0"/>
                        </a:srgbClr>
                      </a:solidFill>
                      <a:prstDash val="solid"/>
                    </a:lnB>
                  </a:tcPr>
                </a:tc>
                <a:tc>
                  <a:txBody>
                    <a:bodyPr/>
                    <a:lstStyle/>
                    <a:p>
                      <a:pPr marL="0" lvl="0" indent="0" algn="l">
                        <a:spcBef>
                          <a:spcPts val="0"/>
                        </a:spcBef>
                        <a:spcAft>
                          <a:spcPts val="0"/>
                        </a:spcAft>
                        <a:buNone/>
                      </a:pPr>
                      <a:r>
                        <a:rPr sz="1600">
                          <a:solidFill>
                            <a:schemeClr val="tx1"/>
                          </a:solidFill>
                        </a:rPr>
                        <a:t>55–60 phút</a:t>
                      </a:r>
                      <a:endParaRPr sz="1600">
                        <a:solidFill>
                          <a:schemeClr val="tx1"/>
                        </a:solidFill>
                      </a:endParaRPr>
                    </a:p>
                  </a:txBody>
                  <a:tcPr marL="137150" marR="91425" marT="0" marB="91425">
                    <a:lnL w="12700" cmpd="sng">
                      <a:solidFill>
                        <a:schemeClr val="tx1"/>
                      </a:solidFill>
                      <a:prstDash val="solid"/>
                    </a:lnL>
                    <a:lnR w="12700" cmpd="sng">
                      <a:solidFill>
                        <a:schemeClr val="tx1"/>
                      </a:solidFill>
                      <a:prstDash val="solid"/>
                    </a:lnR>
                    <a:lnT w="9525" cmpd="sng">
                      <a:solidFill>
                        <a:srgbClr val="9E9E9E">
                          <a:alpha val="0"/>
                        </a:srgbClr>
                      </a:solidFill>
                      <a:prstDash val="solid"/>
                    </a:lnT>
                    <a:lnB w="9525" cmpd="sng">
                      <a:solidFill>
                        <a:srgbClr val="9E9E9E">
                          <a:alpha val="0"/>
                        </a:srgbClr>
                      </a:solidFill>
                      <a:prstDash val="solid"/>
                    </a:lnB>
                  </a:tcPr>
                </a:tc>
              </a:tr>
            </a:tbl>
          </a:graphicData>
        </a:graphic>
      </p:graphicFrame>
      <p:sp>
        <p:nvSpPr>
          <p:cNvPr id="5" name="Google Shape;955;p80">
            <a:extLst xmlns:a="http://schemas.openxmlformats.org/drawingml/2006/main">
              <a:ext uri="{FF2B5EF4-FFF2-40B4-BE49-F238E27FC236}">
                <a16:creationId xmlns:a16="http://schemas.microsoft.com/office/drawing/2014/main" id="{EA32D89C-6778-2FE2-6D40-ABA6EAAD7EC1}"/>
              </a:ext>
            </a:extLst>
          </p:cNvPr>
          <p:cNvSpPr>
            <a:spLocks xmlns:a="http://schemas.openxmlformats.org/drawingml/2006/main" noGrp="1"/>
          </p:cNvSpPr>
          <p:nvPr/>
        </p:nvSpPr>
        <p:spPr>
          <a:xfrm xmlns:a="http://schemas.openxmlformats.org/drawingml/2006/main">
            <a:off x="9620250" y="5476875"/>
            <a:ext cx="1990725" cy="514350"/>
          </a:xfrm>
          <a:prstGeom xmlns:a="http://schemas.openxmlformats.org/drawingml/2006/main" prst="roundRect">
            <a:avLst>
              <a:gd name="adj" fmla="val 11479"/>
            </a:avLst>
          </a:prstGeom>
          <a:solidFill xmlns:a="http://schemas.openxmlformats.org/drawingml/2006/main">
            <a:schemeClr val="accent5">
              <a:lumMod val="40000"/>
              <a:lumOff val="60000"/>
            </a:schemeClr>
          </a:solidFill>
          <a:ln xmlns:a="http://schemas.openxmlformats.org/drawingml/2006/main">
            <a:noFill/>
          </a:ln>
        </p:spPr>
        <p:txBody>
          <a:bodyPr xmlns:a="http://schemas.openxmlformats.org/drawingml/2006/main" spcFirstLastPara="1" wrap="square" lIns="210300" tIns="121875" rIns="121875" bIns="121875" anchor="ctr">
            <a:noAutofit/>
          </a:bodyPr>
          <a:lstStyle xmlns:a="http://schemas.openxmlformats.org/drawingml/2006/main"/>
          <a:p xmlns:a="http://schemas.openxmlformats.org/drawingml/2006/main">
            <a:r>
              <a:rPr sz="1500">
                <a:latin typeface="Helvetica Neue"/>
                <a:ea typeface="Helvetica Neue"/>
                <a:cs typeface="Helvetica Neue"/>
              </a:rPr>
              <a:t>TỔNG KẾT</a:t>
            </a:r>
          </a:p>
        </p:txBody>
      </p:sp>
      <p:sp>
        <p:nvSpPr>
          <p:cNvPr id="6" name="Google Shape;957;p80">
            <a:extLst xmlns:a="http://schemas.openxmlformats.org/drawingml/2006/main">
              <a:ext uri="{FF2B5EF4-FFF2-40B4-BE49-F238E27FC236}">
                <a16:creationId xmlns:a16="http://schemas.microsoft.com/office/drawing/2014/main" id="{D5359B3A-662D-9283-F7D8-9D5DCD655B5B}"/>
              </a:ext>
            </a:extLst>
          </p:cNvPr>
          <p:cNvSpPr>
            <a:spLocks xmlns:a="http://schemas.openxmlformats.org/drawingml/2006/main" noGrp="1"/>
          </p:cNvSpPr>
          <p:nvPr/>
        </p:nvSpPr>
        <p:spPr>
          <a:xfrm xmlns:a="http://schemas.openxmlformats.org/drawingml/2006/main">
            <a:off x="7524750" y="4752975"/>
            <a:ext cx="4086225" cy="514350"/>
          </a:xfrm>
          <a:prstGeom xmlns:a="http://schemas.openxmlformats.org/drawingml/2006/main" prst="roundRect">
            <a:avLst>
              <a:gd name="adj" fmla="val 11479"/>
            </a:avLst>
          </a:prstGeom>
          <a:solidFill xmlns:a="http://schemas.openxmlformats.org/drawingml/2006/main">
            <a:schemeClr val="accent5"/>
          </a:solidFill>
          <a:ln xmlns:a="http://schemas.openxmlformats.org/drawingml/2006/main">
            <a:noFill/>
          </a:ln>
        </p:spPr>
        <p:txBody>
          <a:bodyPr xmlns:a="http://schemas.openxmlformats.org/drawingml/2006/main" spcFirstLastPara="1" wrap="square" lIns="210300" tIns="121875" rIns="121875" bIns="121875" anchor="ctr">
            <a:noAutofit/>
          </a:bodyPr>
          <a:lstStyle xmlns:a="http://schemas.openxmlformats.org/drawingml/2006/main"/>
          <a:p xmlns:a="http://schemas.openxmlformats.org/drawingml/2006/main">
            <a:r>
              <a:rPr sz="1500">
                <a:latin typeface="Helvetica Neue"/>
                <a:ea typeface="Helvetica Neue"/>
                <a:cs typeface="Helvetica Neue"/>
              </a:rPr>
              <a:t>GHI NHẬN BẰNG CHỨNG</a:t>
            </a:r>
            <a:endParaRPr sz="1500">
              <a:latin typeface="Helvetica Neue"/>
              <a:ea typeface="Helvetica Neue"/>
              <a:cs typeface="Helvetica Neue"/>
            </a:endParaRPr>
          </a:p>
        </p:txBody>
      </p:sp>
      <p:sp>
        <p:nvSpPr>
          <p:cNvPr id="7" name="Google Shape;960;p80">
            <a:extLst xmlns:a="http://schemas.openxmlformats.org/drawingml/2006/main">
              <a:ext uri="{FF2B5EF4-FFF2-40B4-BE49-F238E27FC236}">
                <a16:creationId xmlns:a16="http://schemas.microsoft.com/office/drawing/2014/main" id="{2293B6C0-CD6E-C9F0-68F7-73F7B726A1EF}"/>
              </a:ext>
            </a:extLst>
          </p:cNvPr>
          <p:cNvSpPr>
            <a:spLocks xmlns:a="http://schemas.openxmlformats.org/drawingml/2006/main" noGrp="1"/>
          </p:cNvSpPr>
          <p:nvPr/>
        </p:nvSpPr>
        <p:spPr>
          <a:xfrm xmlns:a="http://schemas.openxmlformats.org/drawingml/2006/main">
            <a:off x="7524750" y="4105275"/>
            <a:ext cx="4086225" cy="514350"/>
          </a:xfrm>
          <a:prstGeom xmlns:a="http://schemas.openxmlformats.org/drawingml/2006/main" prst="roundRect">
            <a:avLst>
              <a:gd name="adj" fmla="val 11479"/>
            </a:avLst>
          </a:prstGeom>
          <a:solidFill xmlns:a="http://schemas.openxmlformats.org/drawingml/2006/main">
            <a:schemeClr val="accent5">
              <a:lumMod val="40000"/>
              <a:lumOff val="60000"/>
            </a:schemeClr>
          </a:solidFill>
          <a:ln xmlns:a="http://schemas.openxmlformats.org/drawingml/2006/main">
            <a:noFill/>
          </a:ln>
        </p:spPr>
        <p:txBody>
          <a:bodyPr xmlns:a="http://schemas.openxmlformats.org/drawingml/2006/main" spcFirstLastPara="1" wrap="square" lIns="210300" tIns="121875" rIns="121875" bIns="121875" anchor="ctr">
            <a:noAutofit/>
          </a:bodyPr>
          <a:lstStyle xmlns:a="http://schemas.openxmlformats.org/drawingml/2006/main"/>
          <a:p xmlns:a="http://schemas.openxmlformats.org/drawingml/2006/main">
            <a:r>
              <a:rPr sz="1500">
                <a:latin typeface="Helvetica Neue"/>
                <a:ea typeface="Helvetica Neue"/>
                <a:cs typeface="Helvetica Neue"/>
              </a:rPr>
              <a:t>Ý TƯỞNG TIẾP NỐI</a:t>
            </a:r>
          </a:p>
        </p:txBody>
      </p:sp>
      <p:sp>
        <p:nvSpPr>
          <p:cNvPr id="8" name="Google Shape;963;p80">
            <a:extLst xmlns:a="http://schemas.openxmlformats.org/drawingml/2006/main">
              <a:ext uri="{FF2B5EF4-FFF2-40B4-BE49-F238E27FC236}">
                <a16:creationId xmlns:a16="http://schemas.microsoft.com/office/drawing/2014/main" id="{0F4F3439-EC29-4518-4A3E-7436F8578035}"/>
              </a:ext>
            </a:extLst>
          </p:cNvPr>
          <p:cNvSpPr>
            <a:spLocks xmlns:a="http://schemas.openxmlformats.org/drawingml/2006/main" noGrp="1"/>
          </p:cNvSpPr>
          <p:nvPr/>
        </p:nvSpPr>
        <p:spPr>
          <a:xfrm xmlns:a="http://schemas.openxmlformats.org/drawingml/2006/main">
            <a:off x="2819400" y="3400425"/>
            <a:ext cx="6400800" cy="514350"/>
          </a:xfrm>
          <a:prstGeom xmlns:a="http://schemas.openxmlformats.org/drawingml/2006/main" prst="roundRect">
            <a:avLst>
              <a:gd name="adj" fmla="val 11479"/>
            </a:avLst>
          </a:prstGeom>
          <a:solidFill xmlns:a="http://schemas.openxmlformats.org/drawingml/2006/main">
            <a:schemeClr val="accent5"/>
          </a:solidFill>
          <a:ln xmlns:a="http://schemas.openxmlformats.org/drawingml/2006/main">
            <a:noFill/>
          </a:ln>
        </p:spPr>
        <p:txBody>
          <a:bodyPr xmlns:a="http://schemas.openxmlformats.org/drawingml/2006/main" spcFirstLastPara="1" wrap="square" lIns="210300" tIns="121875" rIns="121875" bIns="121875" anchor="ctr">
            <a:noAutofit/>
          </a:bodyPr>
          <a:lstStyle xmlns:a="http://schemas.openxmlformats.org/drawingml/2006/main"/>
          <a:p xmlns:a="http://schemas.openxmlformats.org/drawingml/2006/main">
            <a:r>
              <a:rPr sz="1500">
                <a:latin typeface="Helvetica Neue"/>
                <a:ea typeface="Helvetica Neue"/>
                <a:cs typeface="Helvetica Neue"/>
              </a:rPr>
              <a:t>KHÁM PHÁ CHUYÊN SÂU</a:t>
            </a:r>
          </a:p>
        </p:txBody>
      </p:sp>
      <p:sp>
        <p:nvSpPr>
          <p:cNvPr id="9" name="Google Shape;966;p80">
            <a:extLst xmlns:a="http://schemas.openxmlformats.org/drawingml/2006/main">
              <a:ext uri="{FF2B5EF4-FFF2-40B4-BE49-F238E27FC236}">
                <a16:creationId xmlns:a16="http://schemas.microsoft.com/office/drawing/2014/main" id="{1D07E5FD-0BEC-93D6-2CF5-BC908A51553C}"/>
              </a:ext>
            </a:extLst>
          </p:cNvPr>
          <p:cNvSpPr>
            <a:spLocks xmlns:a="http://schemas.openxmlformats.org/drawingml/2006/main" noGrp="1"/>
          </p:cNvSpPr>
          <p:nvPr/>
        </p:nvSpPr>
        <p:spPr>
          <a:xfrm xmlns:a="http://schemas.openxmlformats.org/drawingml/2006/main">
            <a:off x="2819400" y="2695575"/>
            <a:ext cx="4095750" cy="514350"/>
          </a:xfrm>
          <a:prstGeom xmlns:a="http://schemas.openxmlformats.org/drawingml/2006/main" prst="roundRect">
            <a:avLst>
              <a:gd name="adj" fmla="val 11479"/>
            </a:avLst>
          </a:prstGeom>
          <a:solidFill xmlns:a="http://schemas.openxmlformats.org/drawingml/2006/main">
            <a:schemeClr val="accent5">
              <a:lumMod val="40000"/>
              <a:lumOff val="60000"/>
            </a:schemeClr>
          </a:solidFill>
          <a:ln xmlns:a="http://schemas.openxmlformats.org/drawingml/2006/main">
            <a:noFill/>
          </a:ln>
        </p:spPr>
        <p:txBody>
          <a:bodyPr xmlns:a="http://schemas.openxmlformats.org/drawingml/2006/main" spcFirstLastPara="1" wrap="square" lIns="210300" tIns="121875" rIns="121875" bIns="121875" anchor="ctr">
            <a:noAutofit/>
          </a:bodyPr>
          <a:lstStyle xmlns:a="http://schemas.openxmlformats.org/drawingml/2006/main"/>
          <a:p xmlns:a="http://schemas.openxmlformats.org/drawingml/2006/main">
            <a:r>
              <a:rPr sz="1500">
                <a:latin typeface="Helvetica Neue"/>
                <a:ea typeface="Helvetica Neue"/>
                <a:cs typeface="Helvetica Neue"/>
              </a:rPr>
              <a:t>TÌM HIỂU VÀ LẬP BẢN ĐỒ</a:t>
            </a:r>
          </a:p>
        </p:txBody>
      </p:sp>
      <p:sp>
        <p:nvSpPr>
          <p:cNvPr id="10" name="Google Shape;969;p80">
            <a:extLst xmlns:a="http://schemas.openxmlformats.org/drawingml/2006/main">
              <a:ext uri="{FF2B5EF4-FFF2-40B4-BE49-F238E27FC236}">
                <a16:creationId xmlns:a16="http://schemas.microsoft.com/office/drawing/2014/main" id="{0AB147C5-D3F9-0847-C2A5-2A90154B1A3C}"/>
              </a:ext>
            </a:extLst>
          </p:cNvPr>
          <p:cNvSpPr>
            <a:spLocks xmlns:a="http://schemas.openxmlformats.org/drawingml/2006/main" noGrp="1"/>
          </p:cNvSpPr>
          <p:nvPr/>
        </p:nvSpPr>
        <p:spPr>
          <a:xfrm xmlns:a="http://schemas.openxmlformats.org/drawingml/2006/main">
            <a:off x="504825" y="1971675"/>
            <a:ext cx="2095500" cy="514350"/>
          </a:xfrm>
          <a:prstGeom xmlns:a="http://schemas.openxmlformats.org/drawingml/2006/main" prst="roundRect">
            <a:avLst>
              <a:gd name="adj" fmla="val 11479"/>
            </a:avLst>
          </a:prstGeom>
          <a:solidFill xmlns:a="http://schemas.openxmlformats.org/drawingml/2006/main">
            <a:schemeClr val="accent5">
              <a:lumMod val="40000"/>
              <a:lumOff val="60000"/>
            </a:schemeClr>
          </a:solidFill>
          <a:ln xmlns:a="http://schemas.openxmlformats.org/drawingml/2006/main">
            <a:noFill/>
          </a:ln>
        </p:spPr>
        <p:txBody>
          <a:bodyPr xmlns:a="http://schemas.openxmlformats.org/drawingml/2006/main" spcFirstLastPara="1" wrap="square" lIns="210300" tIns="121875" rIns="121875" bIns="121875" anchor="ctr">
            <a:noAutofit/>
          </a:bodyPr>
          <a:lstStyle xmlns:a="http://schemas.openxmlformats.org/drawingml/2006/main"/>
          <a:p xmlns:a="http://schemas.openxmlformats.org/drawingml/2006/main">
            <a:r>
              <a:rPr sz="1500">
                <a:latin typeface="Helvetica Neue"/>
                <a:ea typeface="Helvetica Neue"/>
                <a:cs typeface="Helvetica Neue"/>
              </a:rPr>
              <a:t>THIẾT LẬP</a:t>
            </a:r>
            <a:endParaRPr sz="1500">
              <a:latin typeface="Helvetica Neue"/>
              <a:ea typeface="Helvetica Neue"/>
              <a:cs typeface="Helvetica Neue"/>
            </a:endParaRPr>
          </a:p>
        </p:txBody>
      </p:sp>
      <p:sp>
        <p:nvSpPr>
          <p:cNvPr id="11" name="Footer Placeholder 10">
            <a:extLst xmlns:a="http://schemas.openxmlformats.org/drawingml/2006/main">
              <a:ext uri="{FF2B5EF4-FFF2-40B4-BE49-F238E27FC236}">
                <a16:creationId xmlns:a16="http://schemas.microsoft.com/office/drawing/2014/main" id="{F06ADB7A-E0CB-A418-3590-620B0C5F17EB}"/>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t>AIQE ARTD</a:t>
            </a:r>
            <a:endParaRPr sz="1100"/>
          </a:p>
        </p:txBody>
      </p:sp>
    </p:spTree>
    <p:extLst>
      <p:ext uri="{BB962C8B-B14F-4D97-AF65-F5344CB8AC3E}">
        <p14:creationId xmlns:p14="http://schemas.microsoft.com/office/powerpoint/2010/main" val="2435171538"/>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BC8F87E2-B04B-1BFE-82D7-8CE6386F0C24}"/>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00000000-1234-1234-1234-123412341234}" type="slidenum">
              <a:t>21</a:t>
            </a:fld>
            <a:endParaRPr/>
          </a:p>
        </p:txBody>
      </p:sp>
      <p:sp>
        <p:nvSpPr>
          <p:cNvPr id="533" name="Google Shape;533;p58">
            <a:extLst xmlns:a="http://schemas.openxmlformats.org/drawingml/2006/main">
              <a:ext uri="{FF2B5EF4-FFF2-40B4-BE49-F238E27FC236}">
                <a16:creationId xmlns:a16="http://schemas.microsoft.com/office/drawing/2014/main" id="{7EA9E153-83B8-4A19-B51B-168B1CABCA23}"/>
              </a:ext>
            </a:extLst>
          </p:cNvPr>
          <p:cNvSpPr>
            <a:spLocks xmlns:a="http://schemas.openxmlformats.org/drawingml/2006/main" noGrp="1"/>
          </p:cNvSpPr>
          <p:nvPr>
            <p:ph type="title" idx="0"/>
          </p:nvPr>
        </p:nvSpPr>
        <p:spPr>
          <a:xfrm xmlns:a="http://schemas.openxmlformats.org/drawingml/2006/main">
            <a:off x="393700" y="344009"/>
            <a:ext cx="11404600" cy="504468"/>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Học phần 5: Danh mục định hướng kiểm thử khám phá</a:t>
            </a:r>
            <a:endParaRPr/>
          </a:p>
        </p:txBody>
      </p:sp>
      <p:graphicFrame>
        <p:nvGraphicFramePr>
          <p:cNvPr id="537" name="Google Shape;953;p80"/>
          <p:cNvGraphicFramePr/>
          <p:nvPr/>
        </p:nvGraphicFramePr>
        <p:xfrm>
          <a:off xmlns:a="http://schemas.openxmlformats.org/drawingml/2006/main" x="393700" y="822085"/>
          <a:ext xmlns:a="http://schemas.openxmlformats.org/drawingml/2006/main" cx="11404603" cy="5406438"/>
        </p:xfrm>
        <a:graphic xmlns:a="http://schemas.openxmlformats.org/drawingml/2006/main">
          <a:graphicData uri="http://schemas.openxmlformats.org/drawingml/2006/table">
            <a:tbl>
              <a:tblPr/>
              <a:tblGrid>
                <a:gridCol w="1629229"/>
                <a:gridCol w="1629229"/>
                <a:gridCol w="1629229"/>
                <a:gridCol w="1629229"/>
                <a:gridCol w="1629229"/>
                <a:gridCol w="1629229"/>
                <a:gridCol w="1629229"/>
              </a:tblGrid>
              <a:tr h="369983">
                <a:tc>
                  <a:txBody>
                    <a:bodyPr/>
                    <a:lstStyle/>
                    <a:p>
                      <a:pPr marL="0" lvl="0" indent="0" algn="ctr">
                        <a:spcBef>
                          <a:spcPts val="0"/>
                        </a:spcBef>
                        <a:spcAft>
                          <a:spcPts val="0"/>
                        </a:spcAft>
                        <a:buNone/>
                      </a:pPr>
                      <a:r>
                        <a:rPr sz="1200">
                          <a:solidFill>
                            <a:schemeClr val="tx1"/>
                          </a:solidFill>
                        </a:rPr>
                        <a:t>Mục tiêu</a:t>
                      </a:r>
                      <a:endParaRPr sz="1200">
                        <a:solidFill>
                          <a:schemeClr val="tx1"/>
                        </a:solidFill>
                      </a:endParaRPr>
                    </a:p>
                  </a:txBody>
                  <a:tcPr marL="0" marR="0" marT="91440" marB="91425">
                    <a:lnL w="12700" cmpd="sng">
                      <a:noFill/>
                      <a:prstDash val="solid"/>
                    </a:lnL>
                    <a:lnR w="12700" cmpd="sng">
                      <a:noFill/>
                      <a:prstDash val="solid"/>
                    </a:lnR>
                    <a:lnT w="12700" cmpd="sng">
                      <a:noFill/>
                      <a:prstDash val="solid"/>
                    </a:lnT>
                    <a:lnB w="12700" cmpd="sng">
                      <a:solidFill>
                        <a:schemeClr val="tx1"/>
                      </a:solidFill>
                      <a:prstDash val="solid"/>
                    </a:lnB>
                  </a:tcPr>
                </a:tc>
                <a:tc>
                  <a:txBody>
                    <a:bodyPr/>
                    <a:lstStyle/>
                    <a:p>
                      <a:pPr marL="0" lvl="0" indent="0" algn="ctr">
                        <a:spcBef>
                          <a:spcPts val="0"/>
                        </a:spcBef>
                        <a:spcAft>
                          <a:spcPts val="0"/>
                        </a:spcAft>
                        <a:buNone/>
                      </a:pPr>
                      <a:r>
                        <a:rPr sz="1200">
                          <a:solidFill>
                            <a:schemeClr val="tx1"/>
                          </a:solidFill>
                        </a:rPr>
                        <a:t>Vai trò</a:t>
                      </a:r>
                      <a:endParaRPr sz="1200">
                        <a:solidFill>
                          <a:schemeClr val="tx1"/>
                        </a:solidFill>
                      </a:endParaRPr>
                    </a:p>
                  </a:txBody>
                  <a:tcPr marL="0" marR="0" marT="91440" marB="91425">
                    <a:lnL w="12700" cmpd="sng">
                      <a:noFill/>
                      <a:prstDash val="solid"/>
                    </a:lnL>
                    <a:lnR w="12700" cmpd="sng">
                      <a:noFill/>
                      <a:prstDash val="solid"/>
                    </a:lnR>
                    <a:lnT w="12700" cmpd="sng">
                      <a:noFill/>
                      <a:prstDash val="solid"/>
                    </a:lnT>
                    <a:lnB w="12700" cmpd="sng">
                      <a:solidFill>
                        <a:schemeClr val="tx1"/>
                      </a:solidFill>
                      <a:prstDash val="solid"/>
                    </a:lnB>
                  </a:tcPr>
                </a:tc>
                <a:tc>
                  <a:txBody>
                    <a:bodyPr/>
                    <a:lstStyle/>
                    <a:p>
                      <a:pPr marL="0" lvl="0" indent="0" algn="ctr">
                        <a:spcBef>
                          <a:spcPts val="0"/>
                        </a:spcBef>
                        <a:spcAft>
                          <a:spcPts val="0"/>
                        </a:spcAft>
                        <a:buNone/>
                      </a:pPr>
                      <a:r>
                        <a:rPr sz="1200">
                          <a:solidFill>
                            <a:schemeClr val="tx1"/>
                          </a:solidFill>
                        </a:rPr>
                        <a:t>Dữ liệu</a:t>
                      </a:r>
                      <a:endParaRPr sz="1200">
                        <a:solidFill>
                          <a:schemeClr val="tx1"/>
                        </a:solidFill>
                      </a:endParaRPr>
                    </a:p>
                  </a:txBody>
                  <a:tcPr marL="0" marR="0" marT="91440" marB="91425">
                    <a:lnL w="12700" cmpd="sng">
                      <a:noFill/>
                      <a:prstDash val="solid"/>
                    </a:lnL>
                    <a:lnR w="12700" cmpd="sng">
                      <a:noFill/>
                      <a:prstDash val="solid"/>
                    </a:lnR>
                    <a:lnT w="12700" cmpd="sng">
                      <a:noFill/>
                      <a:prstDash val="solid"/>
                    </a:lnT>
                    <a:lnB w="12700" cmpd="sng">
                      <a:solidFill>
                        <a:schemeClr val="tx1"/>
                      </a:solidFill>
                      <a:prstDash val="solid"/>
                    </a:lnB>
                  </a:tcPr>
                </a:tc>
                <a:tc>
                  <a:txBody>
                    <a:bodyPr/>
                    <a:lstStyle/>
                    <a:p>
                      <a:pPr marL="0" lvl="0" indent="0" algn="ctr">
                        <a:spcBef>
                          <a:spcPts val="0"/>
                        </a:spcBef>
                        <a:spcAft>
                          <a:spcPts val="0"/>
                        </a:spcAft>
                        <a:buNone/>
                      </a:pPr>
                      <a:r>
                        <a:rPr sz="1200">
                          <a:solidFill>
                            <a:schemeClr val="tx1"/>
                          </a:solidFill>
                        </a:rPr>
                        <a:t>Giao diện</a:t>
                      </a:r>
                      <a:endParaRPr sz="1200">
                        <a:solidFill>
                          <a:schemeClr val="tx1"/>
                        </a:solidFill>
                      </a:endParaRPr>
                    </a:p>
                  </a:txBody>
                  <a:tcPr marL="0" marR="0" marT="91440" marB="91425">
                    <a:lnL w="12700" cmpd="sng">
                      <a:noFill/>
                      <a:prstDash val="solid"/>
                    </a:lnL>
                    <a:lnR w="12700" cmpd="sng">
                      <a:noFill/>
                      <a:prstDash val="solid"/>
                    </a:lnR>
                    <a:lnT w="12700" cmpd="sng">
                      <a:noFill/>
                      <a:prstDash val="solid"/>
                    </a:lnT>
                    <a:lnB w="12700" cmpd="sng">
                      <a:solidFill>
                        <a:schemeClr val="tx1"/>
                      </a:solidFill>
                      <a:prstDash val="solid"/>
                    </a:lnB>
                  </a:tcPr>
                </a:tc>
                <a:tc>
                  <a:txBody>
                    <a:bodyPr/>
                    <a:lstStyle/>
                    <a:p>
                      <a:pPr marL="0" lvl="0" indent="0" algn="ctr">
                        <a:spcBef>
                          <a:spcPts val="0"/>
                        </a:spcBef>
                        <a:spcAft>
                          <a:spcPts val="0"/>
                        </a:spcAft>
                        <a:buNone/>
                      </a:pPr>
                      <a:r>
                        <a:rPr sz="1200">
                          <a:solidFill>
                            <a:schemeClr val="tx1"/>
                          </a:solidFill>
                        </a:rPr>
                        <a:t>Sự cố</a:t>
                      </a:r>
                      <a:endParaRPr sz="1200">
                        <a:solidFill>
                          <a:schemeClr val="tx1"/>
                        </a:solidFill>
                      </a:endParaRPr>
                    </a:p>
                  </a:txBody>
                  <a:tcPr marL="0" marR="0" marT="91440" marB="91425">
                    <a:lnL w="12700" cmpd="sng">
                      <a:noFill/>
                      <a:prstDash val="solid"/>
                    </a:lnL>
                    <a:lnR w="12700" cmpd="sng">
                      <a:noFill/>
                      <a:prstDash val="solid"/>
                    </a:lnR>
                    <a:lnT w="12700" cmpd="sng">
                      <a:noFill/>
                      <a:prstDash val="solid"/>
                    </a:lnT>
                    <a:lnB w="12700" cmpd="sng">
                      <a:solidFill>
                        <a:schemeClr val="tx1"/>
                      </a:solidFill>
                      <a:prstDash val="solid"/>
                    </a:lnB>
                  </a:tcPr>
                </a:tc>
                <a:tc>
                  <a:txBody>
                    <a:bodyPr/>
                    <a:lstStyle/>
                    <a:p>
                      <a:pPr marL="0" lvl="0" indent="0" algn="ctr">
                        <a:spcBef>
                          <a:spcPts val="0"/>
                        </a:spcBef>
                        <a:spcAft>
                          <a:spcPts val="0"/>
                        </a:spcAft>
                        <a:buNone/>
                      </a:pPr>
                      <a:r>
                        <a:rPr sz="1200">
                          <a:solidFill>
                            <a:schemeClr val="tx1"/>
                          </a:solidFill>
                        </a:rPr>
                        <a:t>Bảo mật</a:t>
                      </a:r>
                      <a:endParaRPr sz="1200">
                        <a:solidFill>
                          <a:schemeClr val="tx1"/>
                        </a:solidFill>
                      </a:endParaRPr>
                    </a:p>
                  </a:txBody>
                  <a:tcPr marL="0" marR="0" marT="91440" marB="91425">
                    <a:lnL w="12700" cmpd="sng">
                      <a:noFill/>
                      <a:prstDash val="solid"/>
                    </a:lnL>
                    <a:lnR w="12700" cmpd="sng">
                      <a:noFill/>
                      <a:prstDash val="solid"/>
                    </a:lnR>
                    <a:lnT w="12700" cmpd="sng">
                      <a:noFill/>
                      <a:prstDash val="solid"/>
                    </a:lnT>
                    <a:lnB w="12700" cmpd="sng">
                      <a:solidFill>
                        <a:schemeClr val="tx1"/>
                      </a:solidFill>
                      <a:prstDash val="solid"/>
                    </a:lnB>
                  </a:tcPr>
                </a:tc>
                <a:tc>
                  <a:txBody>
                    <a:bodyPr/>
                    <a:lstStyle/>
                    <a:p>
                      <a:pPr marL="0" lvl="0" indent="0" algn="ctr">
                        <a:spcBef>
                          <a:spcPts val="0"/>
                        </a:spcBef>
                        <a:spcAft>
                          <a:spcPts val="0"/>
                        </a:spcAft>
                        <a:buNone/>
                      </a:pPr>
                      <a:r>
                        <a:rPr sz="1200">
                          <a:solidFill>
                            <a:schemeClr val="tx1"/>
                          </a:solidFill>
                        </a:rPr>
                        <a:t>Khôi phục</a:t>
                      </a:r>
                      <a:endParaRPr sz="1200">
                        <a:solidFill>
                          <a:schemeClr val="tx1"/>
                        </a:solidFill>
                      </a:endParaRPr>
                    </a:p>
                  </a:txBody>
                  <a:tcPr marL="0" marR="0" marT="91440" marB="91425">
                    <a:lnL w="12700" cmpd="sng">
                      <a:noFill/>
                      <a:prstDash val="solid"/>
                    </a:lnL>
                    <a:lnR w="12700" cmpd="sng">
                      <a:noFill/>
                      <a:prstDash val="solid"/>
                    </a:lnR>
                    <a:lnT w="12700" cmpd="sng">
                      <a:noFill/>
                      <a:prstDash val="solid"/>
                    </a:lnT>
                    <a:lnB w="12700" cmpd="sng">
                      <a:solidFill>
                        <a:schemeClr val="tx1"/>
                      </a:solidFill>
                      <a:prstDash val="solid"/>
                    </a:lnB>
                  </a:tcPr>
                </a:tc>
              </a:tr>
              <a:tr h="1007291">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Thanh toán</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Khách</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Giá trị biên</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Cổng thanh toán</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Hết giờ</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Lạm dụng</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Thử lại</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07291">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Hoàn tiền</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Nhân viên</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Một phần</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Tồn kho</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Trạng thái cũ</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Phân quyền</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Hoàn tác</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07291">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Giảm giá</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Thành viên</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Vùng</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Định giá</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Xung đột</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Can thiệp</a:t>
                      </a: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Tính lại</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07291">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Thông báo</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Khách hàng</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Mã hóa</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Email</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Gián đoạn</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Riêng tư</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Gửi lại</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07291">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Kiểm toán</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Quản trị</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Lưu giữ</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Nơi nhận log</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Tồn đọng</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Truy cập</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Phát lại</a:t>
                      </a: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2" name="Google Shape;969;p80">
            <a:extLst xmlns:a="http://schemas.openxmlformats.org/drawingml/2006/main">
              <a:ext uri="{FF2B5EF4-FFF2-40B4-BE49-F238E27FC236}">
                <a16:creationId xmlns:a16="http://schemas.microsoft.com/office/drawing/2014/main" id="{B9156D34-582C-9A19-B0E2-990B7DF0B281}"/>
              </a:ext>
            </a:extLst>
          </p:cNvPr>
          <p:cNvSpPr>
            <a:spLocks xmlns:a="http://schemas.openxmlformats.org/drawingml/2006/main" noGrp="1"/>
          </p:cNvSpPr>
          <p:nvPr/>
        </p:nvSpPr>
        <p:spPr>
          <a:xfrm xmlns:a="http://schemas.openxmlformats.org/drawingml/2006/main">
            <a:off x="510546" y="1696894"/>
            <a:ext cx="1354870" cy="339939"/>
          </a:xfrm>
          <a:prstGeom xmlns:a="http://schemas.openxmlformats.org/drawingml/2006/main" prst="roundRect">
            <a:avLst>
              <a:gd name="adj" fmla="val 11479"/>
            </a:avLst>
          </a:prstGeom>
          <a:solidFill xmlns:a="http://schemas.openxmlformats.org/drawingml/2006/main">
            <a:schemeClr val="accent5"/>
          </a:solidFill>
          <a:ln xmlns:a="http://schemas.openxmlformats.org/drawingml/2006/main">
            <a:noFill/>
          </a:ln>
        </p:spPr>
        <p:txBody>
          <a:bodyPr xmlns:a="http://schemas.openxmlformats.org/drawingml/2006/main" spcFirstLastPara="1" wrap="square" lIns="118872" tIns="121875" rIns="121875" bIns="121875" anchor="ctr">
            <a:noAutofit/>
          </a:bodyPr>
          <a:lstStyle xmlns:a="http://schemas.openxmlformats.org/drawingml/2006/main"/>
          <a:p xmlns:a="http://schemas.openxmlformats.org/drawingml/2006/main">
            <a:pPr algn="ctr">
              <a:buNone/>
            </a:pPr>
            <a:r>
              <a:rPr sz="1100"/>
              <a:t>ĐỊNH HƯỚNG</a:t>
            </a:r>
          </a:p>
        </p:txBody>
      </p:sp>
      <p:sp>
        <p:nvSpPr>
          <p:cNvPr id="3" name="Google Shape;969;p80">
            <a:extLst xmlns:a="http://schemas.openxmlformats.org/drawingml/2006/main">
              <a:ext uri="{FF2B5EF4-FFF2-40B4-BE49-F238E27FC236}">
                <a16:creationId xmlns:a16="http://schemas.microsoft.com/office/drawing/2014/main" id="{DBFBE8C6-452C-D68C-DEA9-67099460BBA9}"/>
              </a:ext>
            </a:extLst>
          </p:cNvPr>
          <p:cNvSpPr>
            <a:spLocks xmlns:a="http://schemas.openxmlformats.org/drawingml/2006/main" noGrp="1"/>
          </p:cNvSpPr>
          <p:nvPr/>
        </p:nvSpPr>
        <p:spPr>
          <a:xfrm xmlns:a="http://schemas.openxmlformats.org/drawingml/2006/main">
            <a:off x="3792018" y="2719780"/>
            <a:ext cx="1354870" cy="339939"/>
          </a:xfrm>
          <a:prstGeom xmlns:a="http://schemas.openxmlformats.org/drawingml/2006/main" prst="roundRect">
            <a:avLst>
              <a:gd name="adj" fmla="val 11479"/>
            </a:avLst>
          </a:prstGeom>
          <a:solidFill xmlns:a="http://schemas.openxmlformats.org/drawingml/2006/main">
            <a:schemeClr val="accent5"/>
          </a:solidFill>
          <a:ln xmlns:a="http://schemas.openxmlformats.org/drawingml/2006/main">
            <a:noFill/>
          </a:ln>
        </p:spPr>
        <p:txBody>
          <a:bodyPr xmlns:a="http://schemas.openxmlformats.org/drawingml/2006/main" spcFirstLastPara="1" wrap="square" lIns="118872" tIns="121875" rIns="121875" bIns="121875" anchor="ctr">
            <a:noAutofit/>
          </a:bodyPr>
          <a:lstStyle xmlns:a="http://schemas.openxmlformats.org/drawingml/2006/main"/>
          <a:p xmlns:a="http://schemas.openxmlformats.org/drawingml/2006/main">
            <a:pPr algn="ctr">
              <a:buNone/>
            </a:pPr>
            <a:r>
              <a:rPr sz="1100"/>
              <a:t>ĐỊNH HƯỚNG</a:t>
            </a:r>
          </a:p>
        </p:txBody>
      </p:sp>
      <p:sp>
        <p:nvSpPr>
          <p:cNvPr id="11" name="Google Shape;969;p80">
            <a:extLst xmlns:a="http://schemas.openxmlformats.org/drawingml/2006/main">
              <a:ext uri="{FF2B5EF4-FFF2-40B4-BE49-F238E27FC236}">
                <a16:creationId xmlns:a16="http://schemas.microsoft.com/office/drawing/2014/main" id="{23D8C389-0A0C-B787-2C01-CBB896B52649}"/>
              </a:ext>
            </a:extLst>
          </p:cNvPr>
          <p:cNvSpPr>
            <a:spLocks xmlns:a="http://schemas.openxmlformats.org/drawingml/2006/main" noGrp="1"/>
          </p:cNvSpPr>
          <p:nvPr/>
        </p:nvSpPr>
        <p:spPr>
          <a:xfrm xmlns:a="http://schemas.openxmlformats.org/drawingml/2006/main">
            <a:off x="2165260" y="4742544"/>
            <a:ext cx="1354870" cy="339939"/>
          </a:xfrm>
          <a:prstGeom xmlns:a="http://schemas.openxmlformats.org/drawingml/2006/main" prst="roundRect">
            <a:avLst>
              <a:gd name="adj" fmla="val 11479"/>
            </a:avLst>
          </a:prstGeom>
          <a:solidFill xmlns:a="http://schemas.openxmlformats.org/drawingml/2006/main">
            <a:schemeClr val="accent5"/>
          </a:solidFill>
          <a:ln xmlns:a="http://schemas.openxmlformats.org/drawingml/2006/main">
            <a:noFill/>
          </a:ln>
        </p:spPr>
        <p:txBody>
          <a:bodyPr xmlns:a="http://schemas.openxmlformats.org/drawingml/2006/main" spcFirstLastPara="1" wrap="square" lIns="118872" tIns="121875" rIns="121875" bIns="121875" anchor="ctr">
            <a:noAutofit/>
          </a:bodyPr>
          <a:lstStyle xmlns:a="http://schemas.openxmlformats.org/drawingml/2006/main"/>
          <a:p xmlns:a="http://schemas.openxmlformats.org/drawingml/2006/main">
            <a:pPr algn="ctr">
              <a:buNone/>
            </a:pPr>
            <a:r>
              <a:rPr sz="1100"/>
              <a:t>ĐỊNH HƯỚNG</a:t>
            </a:r>
          </a:p>
        </p:txBody>
      </p:sp>
      <p:sp>
        <p:nvSpPr>
          <p:cNvPr id="12" name="Google Shape;969;p80">
            <a:extLst xmlns:a="http://schemas.openxmlformats.org/drawingml/2006/main">
              <a:ext uri="{FF2B5EF4-FFF2-40B4-BE49-F238E27FC236}">
                <a16:creationId xmlns:a16="http://schemas.microsoft.com/office/drawing/2014/main" id="{AC2B3626-5568-581A-0AB2-0F3D729D5EEA}"/>
              </a:ext>
            </a:extLst>
          </p:cNvPr>
          <p:cNvSpPr>
            <a:spLocks xmlns:a="http://schemas.openxmlformats.org/drawingml/2006/main" noGrp="1"/>
          </p:cNvSpPr>
          <p:nvPr/>
        </p:nvSpPr>
        <p:spPr>
          <a:xfrm xmlns:a="http://schemas.openxmlformats.org/drawingml/2006/main">
            <a:off x="8676735" y="2836696"/>
            <a:ext cx="1354870" cy="245227"/>
          </a:xfrm>
          <a:prstGeom xmlns:a="http://schemas.openxmlformats.org/drawingml/2006/main" prst="roundRect">
            <a:avLst>
              <a:gd name="adj" fmla="val 11479"/>
            </a:avLst>
          </a:prstGeom>
          <a:solidFill xmlns:a="http://schemas.openxmlformats.org/drawingml/2006/main">
            <a:schemeClr val="accent5"/>
          </a:solidFill>
          <a:ln xmlns:a="http://schemas.openxmlformats.org/drawingml/2006/main">
            <a:noFill/>
          </a:ln>
        </p:spPr>
        <p:txBody>
          <a:bodyPr xmlns:a="http://schemas.openxmlformats.org/drawingml/2006/main" spcFirstLastPara="1" wrap="square" lIns="118872" tIns="121875" rIns="121875" bIns="121875" anchor="ctr">
            <a:noAutofit/>
          </a:bodyPr>
          <a:lstStyle xmlns:a="http://schemas.openxmlformats.org/drawingml/2006/main"/>
          <a:p xmlns:a="http://schemas.openxmlformats.org/drawingml/2006/main">
            <a:pPr algn="ctr">
              <a:buNone/>
            </a:pPr>
            <a:r>
              <a:rPr sz="1100"/>
              <a:t>ĐỊNH HƯỚNG</a:t>
            </a:r>
          </a:p>
        </p:txBody>
      </p:sp>
      <p:sp>
        <p:nvSpPr>
          <p:cNvPr id="13" name="Google Shape;969;p80">
            <a:extLst xmlns:a="http://schemas.openxmlformats.org/drawingml/2006/main">
              <a:ext uri="{FF2B5EF4-FFF2-40B4-BE49-F238E27FC236}">
                <a16:creationId xmlns:a16="http://schemas.microsoft.com/office/drawing/2014/main" id="{E2FD2E7C-03C8-3690-5B9A-5EA56E8E72A2}"/>
              </a:ext>
            </a:extLst>
          </p:cNvPr>
          <p:cNvSpPr>
            <a:spLocks xmlns:a="http://schemas.openxmlformats.org/drawingml/2006/main" noGrp="1"/>
          </p:cNvSpPr>
          <p:nvPr/>
        </p:nvSpPr>
        <p:spPr>
          <a:xfrm xmlns:a="http://schemas.openxmlformats.org/drawingml/2006/main">
            <a:off x="3789476" y="4742543"/>
            <a:ext cx="1354870" cy="339939"/>
          </a:xfrm>
          <a:prstGeom xmlns:a="http://schemas.openxmlformats.org/drawingml/2006/main" prst="roundRect">
            <a:avLst>
              <a:gd name="adj" fmla="val 11479"/>
            </a:avLst>
          </a:prstGeom>
          <a:solidFill xmlns:a="http://schemas.openxmlformats.org/drawingml/2006/main">
            <a:schemeClr val="accent5"/>
          </a:solidFill>
          <a:ln xmlns:a="http://schemas.openxmlformats.org/drawingml/2006/main">
            <a:noFill/>
          </a:ln>
        </p:spPr>
        <p:txBody>
          <a:bodyPr xmlns:a="http://schemas.openxmlformats.org/drawingml/2006/main" spcFirstLastPara="1" wrap="square" lIns="118872" tIns="121875" rIns="121875" bIns="121875" anchor="ctr">
            <a:noAutofit/>
          </a:bodyPr>
          <a:lstStyle xmlns:a="http://schemas.openxmlformats.org/drawingml/2006/main"/>
          <a:p xmlns:a="http://schemas.openxmlformats.org/drawingml/2006/main">
            <a:pPr algn="ctr">
              <a:buNone/>
            </a:pPr>
            <a:r>
              <a:rPr sz="1100"/>
              <a:t>ĐỊNH HƯỚNG</a:t>
            </a:r>
          </a:p>
        </p:txBody>
      </p:sp>
      <p:sp>
        <p:nvSpPr>
          <p:cNvPr id="15" name="Google Shape;969;p80">
            <a:extLst xmlns:a="http://schemas.openxmlformats.org/drawingml/2006/main">
              <a:ext uri="{FF2B5EF4-FFF2-40B4-BE49-F238E27FC236}">
                <a16:creationId xmlns:a16="http://schemas.microsoft.com/office/drawing/2014/main" id="{C4480EB8-BAC8-ED03-F938-3F4A3F095223}"/>
              </a:ext>
            </a:extLst>
          </p:cNvPr>
          <p:cNvSpPr>
            <a:spLocks xmlns:a="http://schemas.openxmlformats.org/drawingml/2006/main" noGrp="1"/>
          </p:cNvSpPr>
          <p:nvPr/>
        </p:nvSpPr>
        <p:spPr>
          <a:xfrm xmlns:a="http://schemas.openxmlformats.org/drawingml/2006/main">
            <a:off x="8676735" y="2531300"/>
            <a:ext cx="1354870" cy="245227"/>
          </a:xfrm>
          <a:prstGeom xmlns:a="http://schemas.openxmlformats.org/drawingml/2006/main" prst="roundRect">
            <a:avLst>
              <a:gd name="adj" fmla="val 11479"/>
            </a:avLst>
          </a:prstGeom>
          <a:solidFill xmlns:a="http://schemas.openxmlformats.org/drawingml/2006/main">
            <a:schemeClr val="accent5"/>
          </a:solidFill>
          <a:ln xmlns:a="http://schemas.openxmlformats.org/drawingml/2006/main">
            <a:noFill/>
          </a:ln>
        </p:spPr>
        <p:txBody>
          <a:bodyPr xmlns:a="http://schemas.openxmlformats.org/drawingml/2006/main" spcFirstLastPara="1" wrap="square" lIns="118872" tIns="121875" rIns="121875" bIns="121875" anchor="ctr">
            <a:noAutofit/>
          </a:bodyPr>
          <a:lstStyle xmlns:a="http://schemas.openxmlformats.org/drawingml/2006/main"/>
          <a:p xmlns:a="http://schemas.openxmlformats.org/drawingml/2006/main">
            <a:pPr algn="ctr">
              <a:buNone/>
            </a:pPr>
            <a:r>
              <a:rPr sz="1100"/>
              <a:t>ĐỊNH HƯỚNG</a:t>
            </a:r>
          </a:p>
        </p:txBody>
      </p:sp>
      <p:sp>
        <p:nvSpPr>
          <p:cNvPr id="16" name="Google Shape;969;p80">
            <a:extLst xmlns:a="http://schemas.openxmlformats.org/drawingml/2006/main">
              <a:ext uri="{FF2B5EF4-FFF2-40B4-BE49-F238E27FC236}">
                <a16:creationId xmlns:a16="http://schemas.microsoft.com/office/drawing/2014/main" id="{8FBBA127-C900-E8A7-9C01-4B7FD6FD6B62}"/>
              </a:ext>
            </a:extLst>
          </p:cNvPr>
          <p:cNvSpPr>
            <a:spLocks xmlns:a="http://schemas.openxmlformats.org/drawingml/2006/main" noGrp="1"/>
          </p:cNvSpPr>
          <p:nvPr/>
        </p:nvSpPr>
        <p:spPr>
          <a:xfrm xmlns:a="http://schemas.openxmlformats.org/drawingml/2006/main">
            <a:off x="8676735" y="4861439"/>
            <a:ext cx="1354870" cy="245227"/>
          </a:xfrm>
          <a:prstGeom xmlns:a="http://schemas.openxmlformats.org/drawingml/2006/main" prst="roundRect">
            <a:avLst>
              <a:gd name="adj" fmla="val 11479"/>
            </a:avLst>
          </a:prstGeom>
          <a:solidFill xmlns:a="http://schemas.openxmlformats.org/drawingml/2006/main">
            <a:schemeClr val="accent5"/>
          </a:solidFill>
          <a:ln xmlns:a="http://schemas.openxmlformats.org/drawingml/2006/main">
            <a:noFill/>
          </a:ln>
        </p:spPr>
        <p:txBody>
          <a:bodyPr xmlns:a="http://schemas.openxmlformats.org/drawingml/2006/main" spcFirstLastPara="1" wrap="square" lIns="118872" tIns="121875" rIns="121875" bIns="121875" anchor="ctr">
            <a:noAutofit/>
          </a:bodyPr>
          <a:lstStyle xmlns:a="http://schemas.openxmlformats.org/drawingml/2006/main"/>
          <a:p xmlns:a="http://schemas.openxmlformats.org/drawingml/2006/main">
            <a:pPr algn="ctr">
              <a:buNone/>
            </a:pPr>
            <a:r>
              <a:rPr sz="1100"/>
              <a:t>ĐỊNH HƯỚNG</a:t>
            </a:r>
          </a:p>
        </p:txBody>
      </p:sp>
      <p:sp>
        <p:nvSpPr>
          <p:cNvPr id="17" name="Google Shape;969;p80">
            <a:extLst xmlns:a="http://schemas.openxmlformats.org/drawingml/2006/main">
              <a:ext uri="{FF2B5EF4-FFF2-40B4-BE49-F238E27FC236}">
                <a16:creationId xmlns:a16="http://schemas.microsoft.com/office/drawing/2014/main" id="{7782EB6A-8CED-E57F-7734-9AF966969E0D}"/>
              </a:ext>
            </a:extLst>
          </p:cNvPr>
          <p:cNvSpPr>
            <a:spLocks xmlns:a="http://schemas.openxmlformats.org/drawingml/2006/main" noGrp="1"/>
          </p:cNvSpPr>
          <p:nvPr/>
        </p:nvSpPr>
        <p:spPr>
          <a:xfrm xmlns:a="http://schemas.openxmlformats.org/drawingml/2006/main">
            <a:off x="8676735" y="4556043"/>
            <a:ext cx="1354870" cy="245227"/>
          </a:xfrm>
          <a:prstGeom xmlns:a="http://schemas.openxmlformats.org/drawingml/2006/main" prst="roundRect">
            <a:avLst>
              <a:gd name="adj" fmla="val 11479"/>
            </a:avLst>
          </a:prstGeom>
          <a:solidFill xmlns:a="http://schemas.openxmlformats.org/drawingml/2006/main">
            <a:schemeClr val="accent5"/>
          </a:solidFill>
          <a:ln xmlns:a="http://schemas.openxmlformats.org/drawingml/2006/main">
            <a:noFill/>
          </a:ln>
        </p:spPr>
        <p:txBody>
          <a:bodyPr xmlns:a="http://schemas.openxmlformats.org/drawingml/2006/main" spcFirstLastPara="1" wrap="square" lIns="118872" tIns="121875" rIns="121875" bIns="121875" anchor="ctr">
            <a:noAutofit/>
          </a:bodyPr>
          <a:lstStyle xmlns:a="http://schemas.openxmlformats.org/drawingml/2006/main"/>
          <a:p xmlns:a="http://schemas.openxmlformats.org/drawingml/2006/main">
            <a:pPr algn="ctr">
              <a:buNone/>
            </a:pPr>
            <a:r>
              <a:rPr sz="1100"/>
              <a:t>ĐỊNH HƯỚNG</a:t>
            </a:r>
          </a:p>
        </p:txBody>
      </p:sp>
      <p:sp>
        <p:nvSpPr>
          <p:cNvPr id="18" name="Google Shape;969;p80">
            <a:extLst xmlns:a="http://schemas.openxmlformats.org/drawingml/2006/main">
              <a:ext uri="{FF2B5EF4-FFF2-40B4-BE49-F238E27FC236}">
                <a16:creationId xmlns:a16="http://schemas.microsoft.com/office/drawing/2014/main" id="{AE0D0A45-E1BD-8835-3937-F49E6C6E8107}"/>
              </a:ext>
            </a:extLst>
          </p:cNvPr>
          <p:cNvSpPr>
            <a:spLocks xmlns:a="http://schemas.openxmlformats.org/drawingml/2006/main" noGrp="1"/>
          </p:cNvSpPr>
          <p:nvPr/>
        </p:nvSpPr>
        <p:spPr>
          <a:xfrm xmlns:a="http://schemas.openxmlformats.org/drawingml/2006/main">
            <a:off x="7037716" y="4861439"/>
            <a:ext cx="1354870" cy="245227"/>
          </a:xfrm>
          <a:prstGeom xmlns:a="http://schemas.openxmlformats.org/drawingml/2006/main" prst="roundRect">
            <a:avLst>
              <a:gd name="adj" fmla="val 11479"/>
            </a:avLst>
          </a:prstGeom>
          <a:solidFill xmlns:a="http://schemas.openxmlformats.org/drawingml/2006/main">
            <a:schemeClr val="accent5"/>
          </a:solidFill>
          <a:ln xmlns:a="http://schemas.openxmlformats.org/drawingml/2006/main">
            <a:noFill/>
          </a:ln>
        </p:spPr>
        <p:txBody>
          <a:bodyPr xmlns:a="http://schemas.openxmlformats.org/drawingml/2006/main" spcFirstLastPara="1" wrap="square" lIns="118872" tIns="121875" rIns="121875" bIns="121875" anchor="ctr">
            <a:noAutofit/>
          </a:bodyPr>
          <a:lstStyle xmlns:a="http://schemas.openxmlformats.org/drawingml/2006/main"/>
          <a:p xmlns:a="http://schemas.openxmlformats.org/drawingml/2006/main">
            <a:pPr algn="ctr">
              <a:buNone/>
            </a:pPr>
            <a:r>
              <a:rPr sz="1100"/>
              <a:t>ĐỊNH HƯỚNG</a:t>
            </a:r>
          </a:p>
        </p:txBody>
      </p:sp>
      <p:sp>
        <p:nvSpPr>
          <p:cNvPr id="19" name="Google Shape;969;p80">
            <a:extLst xmlns:a="http://schemas.openxmlformats.org/drawingml/2006/main">
              <a:ext uri="{FF2B5EF4-FFF2-40B4-BE49-F238E27FC236}">
                <a16:creationId xmlns:a16="http://schemas.microsoft.com/office/drawing/2014/main" id="{A00D2388-8141-890B-9B6B-7A2FC5F95DEF}"/>
              </a:ext>
            </a:extLst>
          </p:cNvPr>
          <p:cNvSpPr>
            <a:spLocks xmlns:a="http://schemas.openxmlformats.org/drawingml/2006/main" noGrp="1"/>
          </p:cNvSpPr>
          <p:nvPr/>
        </p:nvSpPr>
        <p:spPr>
          <a:xfrm xmlns:a="http://schemas.openxmlformats.org/drawingml/2006/main">
            <a:off x="7037716" y="4556043"/>
            <a:ext cx="1354870" cy="245227"/>
          </a:xfrm>
          <a:prstGeom xmlns:a="http://schemas.openxmlformats.org/drawingml/2006/main" prst="roundRect">
            <a:avLst>
              <a:gd name="adj" fmla="val 11479"/>
            </a:avLst>
          </a:prstGeom>
          <a:solidFill xmlns:a="http://schemas.openxmlformats.org/drawingml/2006/main">
            <a:schemeClr val="accent5"/>
          </a:solidFill>
          <a:ln xmlns:a="http://schemas.openxmlformats.org/drawingml/2006/main">
            <a:noFill/>
          </a:ln>
        </p:spPr>
        <p:txBody>
          <a:bodyPr xmlns:a="http://schemas.openxmlformats.org/drawingml/2006/main" spcFirstLastPara="1" wrap="square" lIns="118872" tIns="121875" rIns="121875" bIns="121875" anchor="ctr">
            <a:noAutofit/>
          </a:bodyPr>
          <a:lstStyle xmlns:a="http://schemas.openxmlformats.org/drawingml/2006/main"/>
          <a:p xmlns:a="http://schemas.openxmlformats.org/drawingml/2006/main">
            <a:pPr algn="ctr">
              <a:buNone/>
            </a:pPr>
            <a:r>
              <a:rPr sz="1100"/>
              <a:t>ĐỊNH HƯỚNG</a:t>
            </a:r>
          </a:p>
        </p:txBody>
      </p:sp>
      <p:sp>
        <p:nvSpPr>
          <p:cNvPr id="20" name="Google Shape;969;p80">
            <a:extLst xmlns:a="http://schemas.openxmlformats.org/drawingml/2006/main">
              <a:ext uri="{FF2B5EF4-FFF2-40B4-BE49-F238E27FC236}">
                <a16:creationId xmlns:a16="http://schemas.microsoft.com/office/drawing/2014/main" id="{754EB925-A23E-4F7E-3C28-BEFF83B3941B}"/>
              </a:ext>
            </a:extLst>
          </p:cNvPr>
          <p:cNvSpPr>
            <a:spLocks xmlns:a="http://schemas.openxmlformats.org/drawingml/2006/main" noGrp="1"/>
          </p:cNvSpPr>
          <p:nvPr/>
        </p:nvSpPr>
        <p:spPr>
          <a:xfrm xmlns:a="http://schemas.openxmlformats.org/drawingml/2006/main">
            <a:off x="5386924" y="5725954"/>
            <a:ext cx="1412838" cy="339939"/>
          </a:xfrm>
          <a:prstGeom xmlns:a="http://schemas.openxmlformats.org/drawingml/2006/main" prst="roundRect">
            <a:avLst>
              <a:gd name="adj" fmla="val 11479"/>
            </a:avLst>
          </a:prstGeom>
          <a:solidFill xmlns:a="http://schemas.openxmlformats.org/drawingml/2006/main">
            <a:schemeClr val="accent5"/>
          </a:solidFill>
          <a:ln xmlns:a="http://schemas.openxmlformats.org/drawingml/2006/main">
            <a:noFill/>
          </a:ln>
        </p:spPr>
        <p:txBody>
          <a:bodyPr xmlns:a="http://schemas.openxmlformats.org/drawingml/2006/main" spcFirstLastPara="1" wrap="square" lIns="118872" tIns="121875" rIns="121875" bIns="121875" anchor="ctr">
            <a:noAutofit/>
          </a:bodyPr>
          <a:lstStyle xmlns:a="http://schemas.openxmlformats.org/drawingml/2006/main"/>
          <a:p xmlns:a="http://schemas.openxmlformats.org/drawingml/2006/main">
            <a:pPr algn="ctr">
              <a:buNone/>
            </a:pPr>
            <a:r>
              <a:rPr sz="1100"/>
              <a:t>ĐỊNH HƯỚNG</a:t>
            </a:r>
          </a:p>
        </p:txBody>
      </p:sp>
      <p:sp>
        <p:nvSpPr>
          <p:cNvPr id="21" name="Google Shape;969;p80">
            <a:extLst xmlns:a="http://schemas.openxmlformats.org/drawingml/2006/main">
              <a:ext uri="{FF2B5EF4-FFF2-40B4-BE49-F238E27FC236}">
                <a16:creationId xmlns:a16="http://schemas.microsoft.com/office/drawing/2014/main" id="{B4A9A932-6D5A-EEB8-E63A-238ED252D906}"/>
              </a:ext>
            </a:extLst>
          </p:cNvPr>
          <p:cNvSpPr>
            <a:spLocks xmlns:a="http://schemas.openxmlformats.org/drawingml/2006/main" noGrp="1"/>
          </p:cNvSpPr>
          <p:nvPr/>
        </p:nvSpPr>
        <p:spPr>
          <a:xfrm xmlns:a="http://schemas.openxmlformats.org/drawingml/2006/main">
            <a:off x="516146" y="3840095"/>
            <a:ext cx="1354870" cy="245227"/>
          </a:xfrm>
          <a:prstGeom xmlns:a="http://schemas.openxmlformats.org/drawingml/2006/main" prst="roundRect">
            <a:avLst>
              <a:gd name="adj" fmla="val 11479"/>
            </a:avLst>
          </a:prstGeom>
          <a:solidFill xmlns:a="http://schemas.openxmlformats.org/drawingml/2006/main">
            <a:schemeClr val="accent5"/>
          </a:solidFill>
          <a:ln xmlns:a="http://schemas.openxmlformats.org/drawingml/2006/main">
            <a:noFill/>
          </a:ln>
        </p:spPr>
        <p:txBody>
          <a:bodyPr xmlns:a="http://schemas.openxmlformats.org/drawingml/2006/main" spcFirstLastPara="1" wrap="square" lIns="118872" tIns="121875" rIns="121875" bIns="121875" anchor="ctr">
            <a:noAutofit/>
          </a:bodyPr>
          <a:lstStyle xmlns:a="http://schemas.openxmlformats.org/drawingml/2006/main"/>
          <a:p xmlns:a="http://schemas.openxmlformats.org/drawingml/2006/main">
            <a:pPr algn="ctr">
              <a:buNone/>
            </a:pPr>
            <a:r>
              <a:rPr sz="1100"/>
              <a:t>ĐỊNH HƯỚNG</a:t>
            </a:r>
          </a:p>
        </p:txBody>
      </p:sp>
      <p:sp>
        <p:nvSpPr>
          <p:cNvPr id="22" name="Google Shape;969;p80">
            <a:extLst xmlns:a="http://schemas.openxmlformats.org/drawingml/2006/main">
              <a:ext uri="{FF2B5EF4-FFF2-40B4-BE49-F238E27FC236}">
                <a16:creationId xmlns:a16="http://schemas.microsoft.com/office/drawing/2014/main" id="{37552AF0-3EEF-0976-F09F-314A3172DF8D}"/>
              </a:ext>
            </a:extLst>
          </p:cNvPr>
          <p:cNvSpPr>
            <a:spLocks xmlns:a="http://schemas.openxmlformats.org/drawingml/2006/main" noGrp="1"/>
          </p:cNvSpPr>
          <p:nvPr/>
        </p:nvSpPr>
        <p:spPr>
          <a:xfrm xmlns:a="http://schemas.openxmlformats.org/drawingml/2006/main">
            <a:off x="516146" y="3534699"/>
            <a:ext cx="1354870" cy="245227"/>
          </a:xfrm>
          <a:prstGeom xmlns:a="http://schemas.openxmlformats.org/drawingml/2006/main" prst="roundRect">
            <a:avLst>
              <a:gd name="adj" fmla="val 11479"/>
            </a:avLst>
          </a:prstGeom>
          <a:solidFill xmlns:a="http://schemas.openxmlformats.org/drawingml/2006/main">
            <a:schemeClr val="accent5"/>
          </a:solidFill>
          <a:ln xmlns:a="http://schemas.openxmlformats.org/drawingml/2006/main">
            <a:noFill/>
          </a:ln>
        </p:spPr>
        <p:txBody>
          <a:bodyPr xmlns:a="http://schemas.openxmlformats.org/drawingml/2006/main" spcFirstLastPara="1" wrap="square" lIns="118872" tIns="121875" rIns="121875" bIns="121875" anchor="ctr">
            <a:noAutofit/>
          </a:bodyPr>
          <a:lstStyle xmlns:a="http://schemas.openxmlformats.org/drawingml/2006/main"/>
          <a:p xmlns:a="http://schemas.openxmlformats.org/drawingml/2006/main">
            <a:pPr algn="ctr">
              <a:buNone/>
            </a:pPr>
            <a:r>
              <a:rPr sz="1100"/>
              <a:t>ĐỊNH HƯỚNG</a:t>
            </a:r>
          </a:p>
        </p:txBody>
      </p:sp>
      <p:sp>
        <p:nvSpPr>
          <p:cNvPr id="23" name="Footer Placeholder 22">
            <a:extLst xmlns:a="http://schemas.openxmlformats.org/drawingml/2006/main">
              <a:ext uri="{FF2B5EF4-FFF2-40B4-BE49-F238E27FC236}">
                <a16:creationId xmlns:a16="http://schemas.microsoft.com/office/drawing/2014/main" id="{EA31A1FE-95E6-F4AE-8E61-38FDC469D8AE}"/>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t>AIQE ARTD</a:t>
            </a:r>
            <a:endParaRPr sz="1100"/>
          </a:p>
        </p:txBody>
      </p:sp>
    </p:spTree>
    <p:extLst>
      <p:ext uri="{BB962C8B-B14F-4D97-AF65-F5344CB8AC3E}">
        <p14:creationId xmlns:p14="http://schemas.microsoft.com/office/powerpoint/2010/main" val="1504084809"/>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0AF45DF-4338-2F83-4089-BDD958131658}"/>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00000000-1234-1234-1234-123412341234}" type="slidenum">
              <a:t>22</a:t>
            </a:fld>
            <a:endParaRPr/>
          </a:p>
        </p:txBody>
      </p:sp>
      <p:sp>
        <p:nvSpPr>
          <p:cNvPr id="533" name="Google Shape;533;p58">
            <a:extLst xmlns:a="http://schemas.openxmlformats.org/drawingml/2006/main">
              <a:ext uri="{FF2B5EF4-FFF2-40B4-BE49-F238E27FC236}">
                <a16:creationId xmlns:a16="http://schemas.microsoft.com/office/drawing/2014/main" id="{E4D2BBD2-B9DC-C05C-151C-46086B5BA514}"/>
              </a:ext>
            </a:extLst>
          </p:cNvPr>
          <p:cNvSpPr>
            <a:spLocks xmlns:a="http://schemas.openxmlformats.org/drawingml/2006/main" noGrp="1"/>
          </p:cNvSpPr>
          <p:nvPr>
            <p:ph type="title" idx="0"/>
          </p:nvPr>
        </p:nvSpPr>
        <p:spPr>
          <a:xfrm xmlns:a="http://schemas.openxmlformats.org/drawingml/2006/main">
            <a:off x="393700" y="344008"/>
            <a:ext cx="11404600" cy="47807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Ma trận thiết kế dữ liệu kiểm thử</a:t>
            </a:r>
            <a:endParaRPr/>
          </a:p>
        </p:txBody>
      </p:sp>
      <p:graphicFrame>
        <p:nvGraphicFramePr>
          <p:cNvPr id="537" name="Google Shape;953;p80"/>
          <p:cNvGraphicFramePr/>
          <p:nvPr/>
        </p:nvGraphicFramePr>
        <p:xfrm>
          <a:off xmlns:a="http://schemas.openxmlformats.org/drawingml/2006/main" x="393700" y="822085"/>
          <a:ext xmlns:a="http://schemas.openxmlformats.org/drawingml/2006/main" cx="11404600" cy="5350115"/>
        </p:xfrm>
        <a:graphic xmlns:a="http://schemas.openxmlformats.org/drawingml/2006/main">
          <a:graphicData uri="http://schemas.openxmlformats.org/drawingml/2006/table">
            <a:tbl>
              <a:tblPr/>
              <a:tblGrid>
                <a:gridCol w="2280920"/>
                <a:gridCol w="2280920"/>
                <a:gridCol w="2280920"/>
                <a:gridCol w="2280920"/>
                <a:gridCol w="2280920"/>
              </a:tblGrid>
              <a:tr h="449963">
                <a:tc>
                  <a:txBody>
                    <a:bodyPr/>
                    <a:lstStyle/>
                    <a:p>
                      <a:pPr marL="0" lvl="0" indent="0" algn="ctr">
                        <a:spcBef>
                          <a:spcPts val="0"/>
                        </a:spcBef>
                        <a:spcAft>
                          <a:spcPts val="0"/>
                        </a:spcAft>
                        <a:buNone/>
                      </a:pPr>
                      <a:r>
                        <a:rPr sz="1200">
                          <a:solidFill>
                            <a:schemeClr val="tx1"/>
                          </a:solidFill>
                        </a:rPr>
                        <a:t>Cơ sở</a:t>
                      </a:r>
                      <a:endParaRPr sz="1200">
                        <a:solidFill>
                          <a:schemeClr val="tx1"/>
                        </a:solidFill>
                      </a:endParaRPr>
                    </a:p>
                  </a:txBody>
                  <a:tcPr marL="0" marR="0" marT="91440" marB="91425">
                    <a:lnL w="12700" cmpd="sng">
                      <a:noFill/>
                      <a:prstDash val="solid"/>
                    </a:lnL>
                    <a:lnR w="12700" cmpd="sng">
                      <a:noFill/>
                      <a:prstDash val="solid"/>
                    </a:lnR>
                    <a:lnT w="12700" cmpd="sng">
                      <a:noFill/>
                      <a:prstDash val="solid"/>
                    </a:lnT>
                    <a:lnB w="12700" cmpd="sng">
                      <a:solidFill>
                        <a:schemeClr val="tx1"/>
                      </a:solidFill>
                      <a:prstDash val="solid"/>
                    </a:lnB>
                  </a:tcPr>
                </a:tc>
                <a:tc>
                  <a:txBody>
                    <a:bodyPr/>
                    <a:lstStyle/>
                    <a:p>
                      <a:pPr marL="0" lvl="0" indent="0" algn="ctr">
                        <a:spcBef>
                          <a:spcPts val="0"/>
                        </a:spcBef>
                        <a:spcAft>
                          <a:spcPts val="0"/>
                        </a:spcAft>
                        <a:buNone/>
                      </a:pPr>
                      <a:r>
                        <a:rPr sz="1200">
                          <a:solidFill>
                            <a:schemeClr val="tx1"/>
                          </a:solidFill>
                        </a:rPr>
                        <a:t>Giá trị biên</a:t>
                      </a:r>
                      <a:endParaRPr sz="1200">
                        <a:solidFill>
                          <a:schemeClr val="tx1"/>
                        </a:solidFill>
                      </a:endParaRPr>
                    </a:p>
                  </a:txBody>
                  <a:tcPr marL="0" marR="0" marT="91440" marB="91425">
                    <a:lnL w="12700" cmpd="sng">
                      <a:noFill/>
                      <a:prstDash val="solid"/>
                    </a:lnL>
                    <a:lnR w="12700" cmpd="sng">
                      <a:noFill/>
                      <a:prstDash val="solid"/>
                    </a:lnR>
                    <a:lnT w="12700" cmpd="sng">
                      <a:noFill/>
                      <a:prstDash val="solid"/>
                    </a:lnT>
                    <a:lnB w="12700" cmpd="sng">
                      <a:solidFill>
                        <a:schemeClr val="tx1"/>
                      </a:solidFill>
                      <a:prstDash val="solid"/>
                    </a:lnB>
                  </a:tcPr>
                </a:tc>
                <a:tc>
                  <a:txBody>
                    <a:bodyPr/>
                    <a:lstStyle/>
                    <a:p>
                      <a:pPr marL="0" lvl="0" indent="0" algn="ctr">
                        <a:spcBef>
                          <a:spcPts val="0"/>
                        </a:spcBef>
                        <a:spcAft>
                          <a:spcPts val="0"/>
                        </a:spcAft>
                        <a:buNone/>
                      </a:pPr>
                      <a:r>
                        <a:rPr sz="1200">
                          <a:solidFill>
                            <a:schemeClr val="tx1"/>
                          </a:solidFill>
                        </a:rPr>
                        <a:t>Không hợp lệ</a:t>
                      </a:r>
                      <a:endParaRPr sz="1200">
                        <a:solidFill>
                          <a:schemeClr val="tx1"/>
                        </a:solidFill>
                      </a:endParaRPr>
                    </a:p>
                  </a:txBody>
                  <a:tcPr marL="0" marR="0" marT="91440" marB="91425">
                    <a:lnL w="12700" cmpd="sng">
                      <a:noFill/>
                      <a:prstDash val="solid"/>
                    </a:lnL>
                    <a:lnR w="12700" cmpd="sng">
                      <a:noFill/>
                      <a:prstDash val="solid"/>
                    </a:lnR>
                    <a:lnT w="12700" cmpd="sng">
                      <a:noFill/>
                      <a:prstDash val="solid"/>
                    </a:lnT>
                    <a:lnB w="12700" cmpd="sng">
                      <a:solidFill>
                        <a:schemeClr val="tx1"/>
                      </a:solidFill>
                      <a:prstDash val="solid"/>
                    </a:lnB>
                  </a:tcPr>
                </a:tc>
                <a:tc>
                  <a:txBody>
                    <a:bodyPr/>
                    <a:lstStyle/>
                    <a:p>
                      <a:pPr marL="0" lvl="0" indent="0" algn="ctr">
                        <a:spcBef>
                          <a:spcPts val="0"/>
                        </a:spcBef>
                        <a:spcAft>
                          <a:spcPts val="0"/>
                        </a:spcAft>
                        <a:buNone/>
                      </a:pPr>
                      <a:r>
                        <a:rPr sz="1200">
                          <a:solidFill>
                            <a:schemeClr val="tx1"/>
                          </a:solidFill>
                        </a:rPr>
                        <a:t>Theo trạng thái</a:t>
                      </a:r>
                      <a:endParaRPr sz="1200">
                        <a:solidFill>
                          <a:schemeClr val="tx1"/>
                        </a:solidFill>
                      </a:endParaRPr>
                    </a:p>
                  </a:txBody>
                  <a:tcPr marL="0" marR="0" marT="91440" marB="91425">
                    <a:lnL w="12700" cmpd="sng">
                      <a:noFill/>
                      <a:prstDash val="solid"/>
                    </a:lnL>
                    <a:lnR w="12700" cmpd="sng">
                      <a:noFill/>
                      <a:prstDash val="solid"/>
                    </a:lnR>
                    <a:lnT w="12700" cmpd="sng">
                      <a:noFill/>
                      <a:prstDash val="solid"/>
                    </a:lnT>
                    <a:lnB w="12700" cmpd="sng">
                      <a:solidFill>
                        <a:schemeClr val="tx1"/>
                      </a:solidFill>
                      <a:prstDash val="solid"/>
                    </a:lnB>
                  </a:tcPr>
                </a:tc>
                <a:tc>
                  <a:txBody>
                    <a:bodyPr/>
                    <a:lstStyle/>
                    <a:p>
                      <a:pPr marL="0" lvl="0" indent="0" algn="ctr">
                        <a:spcBef>
                          <a:spcPts val="0"/>
                        </a:spcBef>
                        <a:spcAft>
                          <a:spcPts val="0"/>
                        </a:spcAft>
                        <a:buNone/>
                      </a:pPr>
                      <a:r>
                        <a:rPr sz="1200">
                          <a:solidFill>
                            <a:schemeClr val="tx1"/>
                          </a:solidFill>
                        </a:rPr>
                        <a:t>Khối lượng</a:t>
                      </a:r>
                      <a:endParaRPr sz="1200">
                        <a:solidFill>
                          <a:schemeClr val="tx1"/>
                        </a:solidFill>
                      </a:endParaRPr>
                    </a:p>
                  </a:txBody>
                  <a:tcPr marL="0" marR="0" marT="91440" marB="91425">
                    <a:lnL w="12700" cmpd="sng">
                      <a:noFill/>
                      <a:prstDash val="solid"/>
                    </a:lnL>
                    <a:lnR w="12700" cmpd="sng">
                      <a:noFill/>
                      <a:prstDash val="solid"/>
                    </a:lnR>
                    <a:lnT w="12700" cmpd="sng">
                      <a:noFill/>
                      <a:prstDash val="solid"/>
                    </a:lnT>
                    <a:lnB w="12700" cmpd="sng">
                      <a:solidFill>
                        <a:schemeClr val="tx1"/>
                      </a:solidFill>
                      <a:prstDash val="solid"/>
                    </a:lnB>
                  </a:tcPr>
                </a:tc>
              </a:tr>
              <a:tr h="1225038">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Đơn hàng điển hình</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Số tiền tối thiểu</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Mã sai định dạng</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Đã tạo</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Lô nhỏ</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225038">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Khách hàng đã biết</a:t>
                      </a: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Số lượng tối đa</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Khóa trùng</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Đã thanh toán</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Lô cao điểm</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225038">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Hoàn tiền hợp lệ</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Thời điểm hết hạn</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Tham chiếu hỏng</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Đã hoàn tiền</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Dữ liệu chạy kéo dài</a:t>
                      </a: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225038">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Vùng chuẩn</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Độ chính xác</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Chuỗi không an toàn</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Đảo ngược</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prstClr val="black"/>
                          </a:solidFill>
                          <a:latin typeface="Helvetica Neue"/>
                          <a:ea typeface="Helvetica Neue"/>
                          <a:cs typeface="Helvetica Neue"/>
                        </a:rPr>
                        <a:t>Tải phục hồi</a:t>
                      </a: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2" name="Google Shape;969;p80">
            <a:extLst xmlns:a="http://schemas.openxmlformats.org/drawingml/2006/main">
              <a:ext uri="{FF2B5EF4-FFF2-40B4-BE49-F238E27FC236}">
                <a16:creationId xmlns:a16="http://schemas.microsoft.com/office/drawing/2014/main" id="{A122CFB3-561F-F57A-0D76-5F64F78E6566}"/>
              </a:ext>
            </a:extLst>
          </p:cNvPr>
          <p:cNvSpPr>
            <a:spLocks xmlns:a="http://schemas.openxmlformats.org/drawingml/2006/main" noGrp="1"/>
          </p:cNvSpPr>
          <p:nvPr/>
        </p:nvSpPr>
        <p:spPr>
          <a:xfrm xmlns:a="http://schemas.openxmlformats.org/drawingml/2006/main">
            <a:off x="535946" y="1633394"/>
            <a:ext cx="2004054" cy="339939"/>
          </a:xfrm>
          <a:prstGeom xmlns:a="http://schemas.openxmlformats.org/drawingml/2006/main" prst="roundRect">
            <a:avLst>
              <a:gd name="adj" fmla="val 11479"/>
            </a:avLst>
          </a:prstGeom>
          <a:solidFill xmlns:a="http://schemas.openxmlformats.org/drawingml/2006/main">
            <a:schemeClr val="accent5">
              <a:lumMod val="40000"/>
              <a:lumOff val="60000"/>
            </a:schemeClr>
          </a:solidFill>
          <a:ln xmlns:a="http://schemas.openxmlformats.org/drawingml/2006/main">
            <a:noFill/>
          </a:ln>
        </p:spPr>
        <p:txBody>
          <a:bodyPr xmlns:a="http://schemas.openxmlformats.org/drawingml/2006/main" spcFirstLastPara="1" wrap="square" lIns="118872" tIns="121875" rIns="121875" bIns="121875" anchor="ctr">
            <a:noAutofit/>
          </a:bodyPr>
          <a:lstStyle xmlns:a="http://schemas.openxmlformats.org/drawingml/2006/main"/>
          <a:p xmlns:a="http://schemas.openxmlformats.org/drawingml/2006/main">
            <a:pPr algn="ctr">
              <a:buNone/>
            </a:pPr>
            <a:r>
              <a:rPr sz="1100"/>
              <a:t>XÁC MINH</a:t>
            </a:r>
          </a:p>
        </p:txBody>
      </p:sp>
      <p:sp>
        <p:nvSpPr>
          <p:cNvPr id="5" name="Google Shape;969;p80">
            <a:extLst xmlns:a="http://schemas.openxmlformats.org/drawingml/2006/main">
              <a:ext uri="{FF2B5EF4-FFF2-40B4-BE49-F238E27FC236}">
                <a16:creationId xmlns:a16="http://schemas.microsoft.com/office/drawing/2014/main" id="{C931B0DD-E0CC-3A4D-1652-DEF41244CC5E}"/>
              </a:ext>
            </a:extLst>
          </p:cNvPr>
          <p:cNvSpPr>
            <a:spLocks xmlns:a="http://schemas.openxmlformats.org/drawingml/2006/main" noGrp="1"/>
          </p:cNvSpPr>
          <p:nvPr/>
        </p:nvSpPr>
        <p:spPr>
          <a:xfrm xmlns:a="http://schemas.openxmlformats.org/drawingml/2006/main">
            <a:off x="535946" y="2039794"/>
            <a:ext cx="2004054" cy="339939"/>
          </a:xfrm>
          <a:prstGeom xmlns:a="http://schemas.openxmlformats.org/drawingml/2006/main" prst="roundRect">
            <a:avLst>
              <a:gd name="adj" fmla="val 11479"/>
            </a:avLst>
          </a:prstGeom>
          <a:solidFill xmlns:a="http://schemas.openxmlformats.org/drawingml/2006/main">
            <a:schemeClr val="accent5">
              <a:lumMod val="40000"/>
              <a:lumOff val="60000"/>
            </a:schemeClr>
          </a:solidFill>
          <a:ln xmlns:a="http://schemas.openxmlformats.org/drawingml/2006/main">
            <a:noFill/>
          </a:ln>
        </p:spPr>
        <p:txBody>
          <a:bodyPr xmlns:a="http://schemas.openxmlformats.org/drawingml/2006/main" spcFirstLastPara="1" wrap="square" lIns="118872" tIns="121875" rIns="121875" bIns="121875" anchor="ctr">
            <a:noAutofit/>
          </a:bodyPr>
          <a:lstStyle xmlns:a="http://schemas.openxmlformats.org/drawingml/2006/main"/>
          <a:p xmlns:a="http://schemas.openxmlformats.org/drawingml/2006/main">
            <a:pPr algn="ctr">
              <a:buNone/>
            </a:pPr>
            <a:r>
              <a:rPr sz="1100"/>
              <a:t>XÁC MINH</a:t>
            </a:r>
          </a:p>
        </p:txBody>
      </p:sp>
      <p:sp>
        <p:nvSpPr>
          <p:cNvPr id="6" name="Google Shape;969;p80">
            <a:extLst xmlns:a="http://schemas.openxmlformats.org/drawingml/2006/main">
              <a:ext uri="{FF2B5EF4-FFF2-40B4-BE49-F238E27FC236}">
                <a16:creationId xmlns:a16="http://schemas.microsoft.com/office/drawing/2014/main" id="{55193150-005D-DDAC-ACAE-A50653E1B6CE}"/>
              </a:ext>
            </a:extLst>
          </p:cNvPr>
          <p:cNvSpPr>
            <a:spLocks xmlns:a="http://schemas.openxmlformats.org/drawingml/2006/main" noGrp="1"/>
          </p:cNvSpPr>
          <p:nvPr/>
        </p:nvSpPr>
        <p:spPr>
          <a:xfrm xmlns:a="http://schemas.openxmlformats.org/drawingml/2006/main">
            <a:off x="5095246" y="1788470"/>
            <a:ext cx="2004054" cy="339939"/>
          </a:xfrm>
          <a:prstGeom xmlns:a="http://schemas.openxmlformats.org/drawingml/2006/main" prst="roundRect">
            <a:avLst>
              <a:gd name="adj" fmla="val 11479"/>
            </a:avLst>
          </a:prstGeom>
          <a:solidFill xmlns:a="http://schemas.openxmlformats.org/drawingml/2006/main">
            <a:schemeClr val="accent5">
              <a:lumMod val="40000"/>
              <a:lumOff val="60000"/>
            </a:schemeClr>
          </a:solidFill>
          <a:ln xmlns:a="http://schemas.openxmlformats.org/drawingml/2006/main">
            <a:noFill/>
          </a:ln>
        </p:spPr>
        <p:txBody>
          <a:bodyPr xmlns:a="http://schemas.openxmlformats.org/drawingml/2006/main" spcFirstLastPara="1" wrap="square" lIns="118872" tIns="121875" rIns="121875" bIns="121875" anchor="ctr">
            <a:noAutofit/>
          </a:bodyPr>
          <a:lstStyle xmlns:a="http://schemas.openxmlformats.org/drawingml/2006/main"/>
          <a:p xmlns:a="http://schemas.openxmlformats.org/drawingml/2006/main">
            <a:pPr algn="ctr">
              <a:buNone/>
            </a:pPr>
            <a:r>
              <a:rPr sz="1100">
                <a:latin typeface="Helvetica Neue"/>
                <a:ea typeface="Helvetica Neue"/>
                <a:cs typeface="Helvetica Neue"/>
              </a:rPr>
              <a:t>XÁC MINH</a:t>
            </a:r>
            <a:endParaRPr sz="1100">
              <a:latin typeface="Helvetica Neue"/>
              <a:ea typeface="Helvetica Neue"/>
              <a:cs typeface="Helvetica Neue"/>
            </a:endParaRPr>
          </a:p>
        </p:txBody>
      </p:sp>
      <p:sp>
        <p:nvSpPr>
          <p:cNvPr id="9" name="Google Shape;969;p80">
            <a:extLst xmlns:a="http://schemas.openxmlformats.org/drawingml/2006/main">
              <a:ext uri="{FF2B5EF4-FFF2-40B4-BE49-F238E27FC236}">
                <a16:creationId xmlns:a16="http://schemas.microsoft.com/office/drawing/2014/main" id="{E6450C44-6EBB-C6EE-22ED-5AD1B7978C9A}"/>
              </a:ext>
            </a:extLst>
          </p:cNvPr>
          <p:cNvSpPr>
            <a:spLocks xmlns:a="http://schemas.openxmlformats.org/drawingml/2006/main" noGrp="1"/>
          </p:cNvSpPr>
          <p:nvPr/>
        </p:nvSpPr>
        <p:spPr>
          <a:xfrm xmlns:a="http://schemas.openxmlformats.org/drawingml/2006/main">
            <a:off x="535946" y="4257498"/>
            <a:ext cx="2004054" cy="339939"/>
          </a:xfrm>
          <a:prstGeom xmlns:a="http://schemas.openxmlformats.org/drawingml/2006/main" prst="roundRect">
            <a:avLst>
              <a:gd name="adj" fmla="val 11479"/>
            </a:avLst>
          </a:prstGeom>
          <a:solidFill xmlns:a="http://schemas.openxmlformats.org/drawingml/2006/main">
            <a:schemeClr val="accent5">
              <a:lumMod val="40000"/>
              <a:lumOff val="60000"/>
            </a:schemeClr>
          </a:solidFill>
          <a:ln xmlns:a="http://schemas.openxmlformats.org/drawingml/2006/main">
            <a:noFill/>
          </a:ln>
        </p:spPr>
        <p:txBody>
          <a:bodyPr xmlns:a="http://schemas.openxmlformats.org/drawingml/2006/main" spcFirstLastPara="1" wrap="square" lIns="118872" tIns="121875" rIns="121875" bIns="121875" anchor="ctr">
            <a:noAutofit/>
          </a:bodyPr>
          <a:lstStyle xmlns:a="http://schemas.openxmlformats.org/drawingml/2006/main"/>
          <a:p xmlns:a="http://schemas.openxmlformats.org/drawingml/2006/main">
            <a:pPr algn="ctr">
              <a:buNone/>
            </a:pPr>
            <a:r>
              <a:rPr sz="1100"/>
              <a:t>XÁC MINH</a:t>
            </a:r>
          </a:p>
        </p:txBody>
      </p:sp>
      <p:sp>
        <p:nvSpPr>
          <p:cNvPr id="10" name="Google Shape;969;p80">
            <a:extLst xmlns:a="http://schemas.openxmlformats.org/drawingml/2006/main">
              <a:ext uri="{FF2B5EF4-FFF2-40B4-BE49-F238E27FC236}">
                <a16:creationId xmlns:a16="http://schemas.microsoft.com/office/drawing/2014/main" id="{514ABA49-AA4D-75E4-06B4-7B2D65B6A93C}"/>
              </a:ext>
            </a:extLst>
          </p:cNvPr>
          <p:cNvSpPr>
            <a:spLocks xmlns:a="http://schemas.openxmlformats.org/drawingml/2006/main" noGrp="1"/>
          </p:cNvSpPr>
          <p:nvPr/>
        </p:nvSpPr>
        <p:spPr>
          <a:xfrm xmlns:a="http://schemas.openxmlformats.org/drawingml/2006/main">
            <a:off x="7368546" y="4257498"/>
            <a:ext cx="2004054" cy="339939"/>
          </a:xfrm>
          <a:prstGeom xmlns:a="http://schemas.openxmlformats.org/drawingml/2006/main" prst="roundRect">
            <a:avLst>
              <a:gd name="adj" fmla="val 11479"/>
            </a:avLst>
          </a:prstGeom>
          <a:solidFill xmlns:a="http://schemas.openxmlformats.org/drawingml/2006/main">
            <a:schemeClr val="accent5">
              <a:lumMod val="40000"/>
              <a:lumOff val="60000"/>
            </a:schemeClr>
          </a:solidFill>
          <a:ln xmlns:a="http://schemas.openxmlformats.org/drawingml/2006/main">
            <a:noFill/>
          </a:ln>
        </p:spPr>
        <p:txBody>
          <a:bodyPr xmlns:a="http://schemas.openxmlformats.org/drawingml/2006/main" spcFirstLastPara="1" wrap="square" lIns="118872" tIns="121875" rIns="121875" bIns="121875" anchor="ctr">
            <a:noAutofit/>
          </a:bodyPr>
          <a:lstStyle xmlns:a="http://schemas.openxmlformats.org/drawingml/2006/main"/>
          <a:p xmlns:a="http://schemas.openxmlformats.org/drawingml/2006/main">
            <a:pPr algn="ctr">
              <a:buNone/>
            </a:pPr>
            <a:r>
              <a:rPr sz="1100"/>
              <a:t>XÁC MINH</a:t>
            </a:r>
          </a:p>
        </p:txBody>
      </p:sp>
      <p:sp>
        <p:nvSpPr>
          <p:cNvPr id="14" name="Google Shape;969;p80">
            <a:extLst xmlns:a="http://schemas.openxmlformats.org/drawingml/2006/main">
              <a:ext uri="{FF2B5EF4-FFF2-40B4-BE49-F238E27FC236}">
                <a16:creationId xmlns:a16="http://schemas.microsoft.com/office/drawing/2014/main" id="{0A803CC6-DD7B-E7CD-2227-ACC292A5C399}"/>
              </a:ext>
            </a:extLst>
          </p:cNvPr>
          <p:cNvSpPr>
            <a:spLocks xmlns:a="http://schemas.openxmlformats.org/drawingml/2006/main" noGrp="1"/>
          </p:cNvSpPr>
          <p:nvPr/>
        </p:nvSpPr>
        <p:spPr>
          <a:xfrm xmlns:a="http://schemas.openxmlformats.org/drawingml/2006/main">
            <a:off x="2821946" y="5458770"/>
            <a:ext cx="2004054" cy="339939"/>
          </a:xfrm>
          <a:prstGeom xmlns:a="http://schemas.openxmlformats.org/drawingml/2006/main" prst="roundRect">
            <a:avLst>
              <a:gd name="adj" fmla="val 11479"/>
            </a:avLst>
          </a:prstGeom>
          <a:solidFill xmlns:a="http://schemas.openxmlformats.org/drawingml/2006/main">
            <a:schemeClr val="accent5">
              <a:lumMod val="40000"/>
              <a:lumOff val="60000"/>
            </a:schemeClr>
          </a:solidFill>
          <a:ln xmlns:a="http://schemas.openxmlformats.org/drawingml/2006/main">
            <a:noFill/>
          </a:ln>
        </p:spPr>
        <p:txBody>
          <a:bodyPr xmlns:a="http://schemas.openxmlformats.org/drawingml/2006/main" spcFirstLastPara="1" wrap="square" lIns="118872" tIns="121875" rIns="121875" bIns="121875" anchor="ctr">
            <a:noAutofit/>
          </a:bodyPr>
          <a:lstStyle xmlns:a="http://schemas.openxmlformats.org/drawingml/2006/main"/>
          <a:p xmlns:a="http://schemas.openxmlformats.org/drawingml/2006/main">
            <a:pPr algn="ctr">
              <a:buNone/>
            </a:pPr>
            <a:r>
              <a:rPr sz="1100"/>
              <a:t>XÁC MINH</a:t>
            </a:r>
          </a:p>
        </p:txBody>
      </p:sp>
      <p:sp>
        <p:nvSpPr>
          <p:cNvPr id="23" name="Footer Placeholder 22">
            <a:extLst xmlns:a="http://schemas.openxmlformats.org/drawingml/2006/main">
              <a:ext uri="{FF2B5EF4-FFF2-40B4-BE49-F238E27FC236}">
                <a16:creationId xmlns:a16="http://schemas.microsoft.com/office/drawing/2014/main" id="{AD97F9EA-012C-21EB-B59E-E7F4EA1900FE}"/>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t>AIQE ARTD</a:t>
            </a:r>
            <a:endParaRPr sz="1100"/>
          </a:p>
        </p:txBody>
      </p:sp>
    </p:spTree>
    <p:extLst>
      <p:ext uri="{BB962C8B-B14F-4D97-AF65-F5344CB8AC3E}">
        <p14:creationId xmlns:p14="http://schemas.microsoft.com/office/powerpoint/2010/main" val="4291209019"/>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558" name="Google Shape;558;p61">
            <a:extLst xmlns:a="http://schemas.openxmlformats.org/drawingml/2006/main">
              <a:ext uri="{FF2B5EF4-FFF2-40B4-BE49-F238E27FC236}">
                <a16:creationId xmlns:a16="http://schemas.microsoft.com/office/drawing/2014/main" id="{C154759B-41C5-4EBC-86F4-506AB6A21B18}"/>
              </a:ext>
            </a:extLst>
          </p:cNvPr>
          <p:cNvSpPr>
            <a:spLocks xmlns:a="http://schemas.openxmlformats.org/drawingml/2006/main" noGrp="1"/>
          </p:cNvSpPr>
          <p:nvPr>
            <p:ph idx="1"/>
          </p:nvPr>
        </p:nvSpPr>
        <p:spPr>
          <a:xfrm xmlns:a="http://schemas.openxmlformats.org/drawingml/2006/main">
            <a:off x="393700" y="4013200"/>
            <a:ext cx="3568700" cy="19812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rPr sz="2000">
                <a:solidFill>
                  <a:prstClr val="black"/>
                </a:solidFill>
                <a:latin typeface="Inter"/>
                <a:ea typeface="Inter"/>
                <a:cs typeface="Inter"/>
              </a:rPr>
              <a:t>Phân loại</a:t>
            </a:r>
            <a:endParaRPr sz="2000">
              <a:solidFill>
                <a:prstClr val="black"/>
              </a:solidFill>
              <a:latin typeface="Inter"/>
              <a:ea typeface="Inter"/>
              <a:cs typeface="Inter"/>
            </a:endParaRPr>
          </a:p>
          <a:p xmlns:a="http://schemas.openxmlformats.org/drawingml/2006/main">
            <a:pPr marL="0" indent="0">
              <a:lnSpc>
                <a:spcPct val="114000"/>
              </a:lnSpc>
              <a:spcBef>
                <a:spcPts val="0"/>
              </a:spcBef>
              <a:spcAft>
                <a:spcPts val="800"/>
              </a:spcAft>
              <a:buNone/>
            </a:pPr>
            <a:r>
              <a:rPr sz="2000">
                <a:solidFill>
                  <a:prstClr val="black"/>
                </a:solidFill>
                <a:latin typeface="Inter"/>
                <a:ea typeface="Inter"/>
                <a:cs typeface="Inter"/>
              </a:rPr>
              <a:t>Xác định mã định danh trực tiếp, mã gần định danh, bí mật và dữ liệu nghiệp vụ mật.</a:t>
            </a:r>
            <a:endParaRPr sz="2000">
              <a:solidFill>
                <a:prstClr val="black"/>
              </a:solidFill>
              <a:latin typeface="Inter"/>
              <a:ea typeface="Inter"/>
              <a:cs typeface="Inter"/>
            </a:endParaRPr>
          </a:p>
        </p:txBody>
      </p:sp>
      <p:sp>
        <p:nvSpPr>
          <p:cNvPr id="556" name="Google Shape;556;p61">
            <a:extLst xmlns:a="http://schemas.openxmlformats.org/drawingml/2006/main">
              <a:ext uri="{FF2B5EF4-FFF2-40B4-BE49-F238E27FC236}">
                <a16:creationId xmlns:a16="http://schemas.microsoft.com/office/drawing/2014/main" id="{499BC17B-A2E8-462E-B231-31BAC24F20E9}"/>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00000000-1234-1234-1234-123412341234}" type="slidenum">
              <a:t>23</a:t>
            </a:fld>
            <a:endParaRPr/>
          </a:p>
        </p:txBody>
      </p:sp>
      <p:sp>
        <p:nvSpPr>
          <p:cNvPr id="559" name="Google Shape;559;p61">
            <a:extLst xmlns:a="http://schemas.openxmlformats.org/drawingml/2006/main">
              <a:ext uri="{FF2B5EF4-FFF2-40B4-BE49-F238E27FC236}">
                <a16:creationId xmlns:a16="http://schemas.microsoft.com/office/drawing/2014/main" id="{235219D3-6C83-439F-91A6-5B567A9D2BAD}"/>
              </a:ext>
            </a:extLst>
          </p:cNvPr>
          <p:cNvSpPr>
            <a:spLocks xmlns:a="http://schemas.openxmlformats.org/drawingml/2006/main" noGrp="1"/>
          </p:cNvSpPr>
          <p:nvPr>
            <p:ph idx="10"/>
          </p:nvPr>
        </p:nvSpPr>
        <p:spPr>
          <a:xfrm xmlns:a="http://schemas.openxmlformats.org/drawingml/2006/main">
            <a:off x="4318000" y="4013200"/>
            <a:ext cx="3568700" cy="19812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rPr sz="2000">
                <a:solidFill>
                  <a:prstClr val="black"/>
                </a:solidFill>
                <a:latin typeface="Inter"/>
                <a:ea typeface="Inter"/>
                <a:cs typeface="Inter"/>
              </a:rPr>
              <a:t>Biến đổi</a:t>
            </a:r>
            <a:endParaRPr sz="2000">
              <a:solidFill>
                <a:prstClr val="black"/>
              </a:solidFill>
              <a:latin typeface="Inter"/>
              <a:ea typeface="Inter"/>
              <a:cs typeface="Inter"/>
            </a:endParaRPr>
          </a:p>
          <a:p xmlns:a="http://schemas.openxmlformats.org/drawingml/2006/main">
            <a:pPr marL="0" indent="0">
              <a:lnSpc>
                <a:spcPct val="114000"/>
              </a:lnSpc>
              <a:spcBef>
                <a:spcPts val="0"/>
              </a:spcBef>
              <a:spcAft>
                <a:spcPts val="800"/>
              </a:spcAft>
              <a:buNone/>
            </a:pPr>
            <a:r>
              <a:rPr sz="2000">
                <a:solidFill>
                  <a:prstClr val="black"/>
                </a:solidFill>
                <a:latin typeface="Inter"/>
                <a:ea typeface="Inter"/>
                <a:cs typeface="Inter"/>
              </a:rPr>
              <a:t>Chọn che dữ liệu, thay thế, token hóa hoặc tạo dữ liệu tổng hợp hoàn toàn.</a:t>
            </a:r>
            <a:endParaRPr sz="2000">
              <a:solidFill>
                <a:prstClr val="black"/>
              </a:solidFill>
              <a:latin typeface="Inter"/>
              <a:ea typeface="Inter"/>
              <a:cs typeface="Inter"/>
            </a:endParaRPr>
          </a:p>
        </p:txBody>
      </p:sp>
      <p:sp>
        <p:nvSpPr>
          <p:cNvPr id="560" name="Google Shape;560;p61">
            <a:extLst xmlns:a="http://schemas.openxmlformats.org/drawingml/2006/main">
              <a:ext uri="{FF2B5EF4-FFF2-40B4-BE49-F238E27FC236}">
                <a16:creationId xmlns:a16="http://schemas.microsoft.com/office/drawing/2014/main" id="{AB5A1306-AC89-41E8-9AE6-42CDC63A297E}"/>
              </a:ext>
            </a:extLst>
          </p:cNvPr>
          <p:cNvSpPr>
            <a:spLocks xmlns:a="http://schemas.openxmlformats.org/drawingml/2006/main" noGrp="1"/>
          </p:cNvSpPr>
          <p:nvPr>
            <p:ph idx="11"/>
          </p:nvPr>
        </p:nvSpPr>
        <p:spPr>
          <a:xfrm xmlns:a="http://schemas.openxmlformats.org/drawingml/2006/main">
            <a:off x="8232273" y="4013200"/>
            <a:ext cx="3568700" cy="19812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rPr sz="2000">
                <a:solidFill>
                  <a:prstClr val="black"/>
                </a:solidFill>
                <a:latin typeface="Inter"/>
                <a:ea typeface="Inter"/>
                <a:cs typeface="Inter"/>
              </a:rPr>
              <a:t>Kiểm chứng</a:t>
            </a:r>
          </a:p>
          <a:p xmlns:a="http://schemas.openxmlformats.org/drawingml/2006/main">
            <a:pPr marL="0" indent="0">
              <a:lnSpc>
                <a:spcPct val="114000"/>
              </a:lnSpc>
              <a:spcBef>
                <a:spcPts val="0"/>
              </a:spcBef>
              <a:spcAft>
                <a:spcPts val="800"/>
              </a:spcAft>
              <a:buNone/>
            </a:pPr>
            <a:r>
              <a:rPr sz="2000">
                <a:solidFill>
                  <a:prstClr val="black"/>
                </a:solidFill>
                <a:latin typeface="Inter"/>
                <a:ea typeface="Inter"/>
                <a:cs typeface="Inter"/>
              </a:rPr>
              <a:t>Kiểm tra ràng buộc, toàn vẹn tham chiếu, rò rỉ, nguồn gốc, thiết lập và dọn dẹp.</a:t>
            </a:r>
          </a:p>
        </p:txBody>
      </p:sp>
      <p:sp>
        <p:nvSpPr>
          <p:cNvPr id="557" name="Google Shape;557;p61">
            <a:extLst xmlns:a="http://schemas.openxmlformats.org/drawingml/2006/main">
              <a:ext uri="{FF2B5EF4-FFF2-40B4-BE49-F238E27FC236}">
                <a16:creationId xmlns:a16="http://schemas.microsoft.com/office/drawing/2014/main" id="{39D8CD4F-0D17-4187-BB9D-9B09DE837180}"/>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Học phần 6: Dữ liệu kiểm thử an toàn về quyền riêng tư</a:t>
            </a:r>
            <a:endParaRPr/>
          </a:p>
        </p:txBody>
      </p:sp>
      <p:sp>
        <p:nvSpPr>
          <p:cNvPr id="561" name="Google Shape;561;p61">
            <a:extLst xmlns:a="http://schemas.openxmlformats.org/drawingml/2006/main">
              <a:ext uri="{FF2B5EF4-FFF2-40B4-BE49-F238E27FC236}">
                <a16:creationId xmlns:a16="http://schemas.microsoft.com/office/drawing/2014/main" id="{C2305468-F36A-4320-B8DE-B1729B813635}"/>
              </a:ext>
            </a:extLst>
          </p:cNvPr>
          <p:cNvSpPr>
            <a:spLocks xmlns:a="http://schemas.openxmlformats.org/drawingml/2006/main" noGrp="1"/>
          </p:cNvSpPr>
          <p:nvPr/>
        </p:nvSpPr>
        <p:spPr>
          <a:xfrm xmlns:a="http://schemas.openxmlformats.org/drawingml/2006/main">
            <a:off x="4279904" y="3382303"/>
            <a:ext cx="315580" cy="353873"/>
          </a:xfrm>
          <a:custGeom xmlns:a="http://schemas.openxmlformats.org/drawingml/2006/main">
            <a:rect l="l" t="t" r="r" b="b"/>
            <a:pathLst>
              <a:path w="20236" h="20115">
                <a:moveTo>
                  <a:pt x="11303" y="2594"/>
                </a:moveTo>
                <a:lnTo>
                  <a:pt x="2175" y="11983"/>
                </a:lnTo>
                <a:lnTo>
                  <a:pt x="9033" y="11983"/>
                </a:lnTo>
                <a:cubicBezTo>
                  <a:pt x="9364" y="11983"/>
                  <a:pt x="9678" y="12118"/>
                  <a:pt x="9883" y="12348"/>
                </a:cubicBezTo>
                <a:cubicBezTo>
                  <a:pt x="10089" y="12579"/>
                  <a:pt x="10165" y="12880"/>
                  <a:pt x="10089" y="13166"/>
                </a:cubicBezTo>
                <a:lnTo>
                  <a:pt x="8933" y="17522"/>
                </a:lnTo>
                <a:lnTo>
                  <a:pt x="18061" y="8133"/>
                </a:lnTo>
                <a:lnTo>
                  <a:pt x="11203" y="8133"/>
                </a:lnTo>
                <a:cubicBezTo>
                  <a:pt x="10872" y="8133"/>
                  <a:pt x="10558" y="7999"/>
                  <a:pt x="10353" y="7768"/>
                </a:cubicBezTo>
                <a:cubicBezTo>
                  <a:pt x="10147" y="7537"/>
                  <a:pt x="10071" y="7236"/>
                  <a:pt x="10147" y="6950"/>
                </a:cubicBezTo>
                <a:lnTo>
                  <a:pt x="11303" y="2594"/>
                </a:lnTo>
                <a:close/>
                <a:moveTo>
                  <a:pt x="10382" y="593"/>
                </a:moveTo>
                <a:cubicBezTo>
                  <a:pt x="11679" y="-742"/>
                  <a:pt x="14125" y="363"/>
                  <a:pt x="13670" y="2078"/>
                </a:cubicBezTo>
                <a:lnTo>
                  <a:pt x="12574" y="6208"/>
                </a:lnTo>
                <a:lnTo>
                  <a:pt x="18061" y="6208"/>
                </a:lnTo>
                <a:cubicBezTo>
                  <a:pt x="19918" y="6208"/>
                  <a:pt x="20918" y="8142"/>
                  <a:pt x="19705" y="9390"/>
                </a:cubicBezTo>
                <a:lnTo>
                  <a:pt x="9854" y="19523"/>
                </a:lnTo>
                <a:cubicBezTo>
                  <a:pt x="8557" y="20858"/>
                  <a:pt x="6111" y="19753"/>
                  <a:pt x="6566" y="18038"/>
                </a:cubicBezTo>
                <a:lnTo>
                  <a:pt x="7662" y="13908"/>
                </a:lnTo>
                <a:lnTo>
                  <a:pt x="2175" y="13908"/>
                </a:lnTo>
                <a:cubicBezTo>
                  <a:pt x="318" y="13908"/>
                  <a:pt x="-682" y="11974"/>
                  <a:pt x="531" y="10726"/>
                </a:cubicBezTo>
                <a:lnTo>
                  <a:pt x="10382" y="593"/>
                </a:ln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algn="ctr">
              <a:buClr>
                <a:srgbClr val="FFFFFF"/>
              </a:buClr>
              <a:buSzPts val="4300"/>
              <a:buNone/>
            </a:pPr>
            <a:endParaRPr sz="4300">
              <a:solidFill>
                <a:srgbClr val="FFFFFF"/>
              </a:solidFill>
              <a:latin typeface="Helvetica Neue"/>
              <a:ea typeface="Helvetica Neue"/>
              <a:cs typeface="Helvetica Neue"/>
            </a:endParaRPr>
          </a:p>
        </p:txBody>
      </p:sp>
      <p:sp>
        <p:nvSpPr>
          <p:cNvPr id="562" name="Google Shape;562;p61">
            <a:extLst xmlns:a="http://schemas.openxmlformats.org/drawingml/2006/main">
              <a:ext uri="{FF2B5EF4-FFF2-40B4-BE49-F238E27FC236}">
                <a16:creationId xmlns:a16="http://schemas.microsoft.com/office/drawing/2014/main" id="{5D1CDA63-67F6-4848-8B5E-C63FBA9B1917}"/>
              </a:ext>
            </a:extLst>
          </p:cNvPr>
          <p:cNvSpPr>
            <a:spLocks xmlns:a="http://schemas.openxmlformats.org/drawingml/2006/main" noGrp="1"/>
          </p:cNvSpPr>
          <p:nvPr/>
        </p:nvSpPr>
        <p:spPr>
          <a:xfrm xmlns:a="http://schemas.openxmlformats.org/drawingml/2006/main">
            <a:off x="401398" y="3378212"/>
            <a:ext cx="327078" cy="362074"/>
          </a:xfrm>
          <a:custGeom xmlns:a="http://schemas.openxmlformats.org/drawingml/2006/main">
            <a:rect l="l" t="t" r="r" b="b"/>
            <a:pathLst>
              <a:path w="21600" h="21333">
                <a:moveTo>
                  <a:pt x="11359" y="2130"/>
                </a:moveTo>
                <a:cubicBezTo>
                  <a:pt x="11014" y="1951"/>
                  <a:pt x="10588" y="1951"/>
                  <a:pt x="10241" y="2130"/>
                </a:cubicBezTo>
                <a:lnTo>
                  <a:pt x="3250" y="5732"/>
                </a:lnTo>
                <a:lnTo>
                  <a:pt x="10817" y="9530"/>
                </a:lnTo>
                <a:lnTo>
                  <a:pt x="18593" y="5856"/>
                </a:lnTo>
                <a:lnTo>
                  <a:pt x="11359" y="2130"/>
                </a:lnTo>
                <a:close/>
                <a:moveTo>
                  <a:pt x="19364" y="7749"/>
                </a:moveTo>
                <a:lnTo>
                  <a:pt x="11918" y="11267"/>
                </a:lnTo>
                <a:lnTo>
                  <a:pt x="11918" y="18916"/>
                </a:lnTo>
                <a:lnTo>
                  <a:pt x="18805" y="15367"/>
                </a:lnTo>
                <a:cubicBezTo>
                  <a:pt x="19152" y="15189"/>
                  <a:pt x="19364" y="14860"/>
                  <a:pt x="19364" y="14503"/>
                </a:cubicBezTo>
                <a:lnTo>
                  <a:pt x="19364" y="7749"/>
                </a:lnTo>
                <a:close/>
                <a:moveTo>
                  <a:pt x="9682" y="18916"/>
                </a:moveTo>
                <a:lnTo>
                  <a:pt x="9682" y="11250"/>
                </a:lnTo>
                <a:lnTo>
                  <a:pt x="2236" y="7513"/>
                </a:lnTo>
                <a:lnTo>
                  <a:pt x="2236" y="14503"/>
                </a:lnTo>
                <a:cubicBezTo>
                  <a:pt x="2236" y="14860"/>
                  <a:pt x="2448" y="15189"/>
                  <a:pt x="2795" y="15367"/>
                </a:cubicBezTo>
                <a:lnTo>
                  <a:pt x="9682" y="18916"/>
                </a:lnTo>
                <a:close/>
                <a:moveTo>
                  <a:pt x="9123" y="401"/>
                </a:moveTo>
                <a:cubicBezTo>
                  <a:pt x="10160" y="-133"/>
                  <a:pt x="11440" y="-133"/>
                  <a:pt x="12477" y="401"/>
                </a:cubicBezTo>
                <a:lnTo>
                  <a:pt x="19923" y="4238"/>
                </a:lnTo>
                <a:cubicBezTo>
                  <a:pt x="20962" y="4773"/>
                  <a:pt x="21600" y="5761"/>
                  <a:pt x="21600" y="6830"/>
                </a:cubicBezTo>
                <a:lnTo>
                  <a:pt x="21600" y="14503"/>
                </a:lnTo>
                <a:cubicBezTo>
                  <a:pt x="21600" y="15572"/>
                  <a:pt x="20962" y="16561"/>
                  <a:pt x="19923" y="17096"/>
                </a:cubicBezTo>
                <a:lnTo>
                  <a:pt x="12477" y="20932"/>
                </a:lnTo>
                <a:cubicBezTo>
                  <a:pt x="11440" y="21467"/>
                  <a:pt x="10160" y="21467"/>
                  <a:pt x="9123" y="20932"/>
                </a:cubicBezTo>
                <a:lnTo>
                  <a:pt x="1677" y="17096"/>
                </a:lnTo>
                <a:cubicBezTo>
                  <a:pt x="640" y="16561"/>
                  <a:pt x="0" y="15572"/>
                  <a:pt x="0" y="14503"/>
                </a:cubicBezTo>
                <a:lnTo>
                  <a:pt x="0" y="6830"/>
                </a:lnTo>
                <a:cubicBezTo>
                  <a:pt x="0" y="5761"/>
                  <a:pt x="640" y="4773"/>
                  <a:pt x="1677" y="4238"/>
                </a:cubicBezTo>
                <a:lnTo>
                  <a:pt x="9123" y="401"/>
                </a:ln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algn="ctr">
              <a:buClr>
                <a:srgbClr val="FFFFFF"/>
              </a:buClr>
              <a:buSzPts val="4300"/>
              <a:buNone/>
            </a:pPr>
            <a:endParaRPr sz="4300">
              <a:solidFill>
                <a:srgbClr val="FFFFFF"/>
              </a:solidFill>
              <a:latin typeface="Helvetica Neue"/>
              <a:ea typeface="Helvetica Neue"/>
              <a:cs typeface="Helvetica Neue"/>
            </a:endParaRPr>
          </a:p>
        </p:txBody>
      </p:sp>
      <p:sp>
        <p:nvSpPr>
          <p:cNvPr id="563" name="Google Shape;563;p61">
            <a:extLst xmlns:a="http://schemas.openxmlformats.org/drawingml/2006/main">
              <a:ext uri="{FF2B5EF4-FFF2-40B4-BE49-F238E27FC236}">
                <a16:creationId xmlns:a16="http://schemas.microsoft.com/office/drawing/2014/main" id="{4A7B3B86-4CB5-46A0-9539-04F37F6071AA}"/>
              </a:ext>
            </a:extLst>
          </p:cNvPr>
          <p:cNvSpPr>
            <a:spLocks xmlns:a="http://schemas.openxmlformats.org/drawingml/2006/main" noGrp="1"/>
          </p:cNvSpPr>
          <p:nvPr/>
        </p:nvSpPr>
        <p:spPr>
          <a:xfrm xmlns:a="http://schemas.openxmlformats.org/drawingml/2006/main">
            <a:off x="8231597" y="3406849"/>
            <a:ext cx="338580" cy="270918"/>
          </a:xfrm>
          <a:custGeom xmlns:a="http://schemas.openxmlformats.org/drawingml/2006/main">
            <a:rect l="l" t="t" r="r" b="b"/>
            <a:pathLst>
              <a:path w="21600" h="21600">
                <a:moveTo>
                  <a:pt x="6220" y="0"/>
                </a:moveTo>
                <a:lnTo>
                  <a:pt x="15380" y="0"/>
                </a:lnTo>
                <a:cubicBezTo>
                  <a:pt x="16250" y="0"/>
                  <a:pt x="16968" y="0"/>
                  <a:pt x="17552" y="59"/>
                </a:cubicBezTo>
                <a:cubicBezTo>
                  <a:pt x="18159" y="122"/>
                  <a:pt x="18717" y="255"/>
                  <a:pt x="19241" y="589"/>
                </a:cubicBezTo>
                <a:cubicBezTo>
                  <a:pt x="20055" y="1106"/>
                  <a:pt x="20715" y="1932"/>
                  <a:pt x="21129" y="2948"/>
                </a:cubicBezTo>
                <a:cubicBezTo>
                  <a:pt x="21396" y="3603"/>
                  <a:pt x="21503" y="4301"/>
                  <a:pt x="21552" y="5060"/>
                </a:cubicBezTo>
                <a:cubicBezTo>
                  <a:pt x="21600" y="5790"/>
                  <a:pt x="21600" y="6688"/>
                  <a:pt x="21600" y="7775"/>
                </a:cubicBezTo>
                <a:lnTo>
                  <a:pt x="21600" y="13825"/>
                </a:lnTo>
                <a:cubicBezTo>
                  <a:pt x="21600" y="14912"/>
                  <a:pt x="21600" y="15810"/>
                  <a:pt x="21552" y="16540"/>
                </a:cubicBezTo>
                <a:cubicBezTo>
                  <a:pt x="21503" y="17299"/>
                  <a:pt x="21396" y="17997"/>
                  <a:pt x="21129" y="18652"/>
                </a:cubicBezTo>
                <a:cubicBezTo>
                  <a:pt x="20715" y="19668"/>
                  <a:pt x="20055" y="20494"/>
                  <a:pt x="19241" y="21011"/>
                </a:cubicBezTo>
                <a:cubicBezTo>
                  <a:pt x="18717" y="21345"/>
                  <a:pt x="18159" y="21478"/>
                  <a:pt x="17552" y="21541"/>
                </a:cubicBezTo>
                <a:cubicBezTo>
                  <a:pt x="16968" y="21600"/>
                  <a:pt x="16250" y="21600"/>
                  <a:pt x="15380" y="21600"/>
                </a:cubicBezTo>
                <a:lnTo>
                  <a:pt x="6220" y="21600"/>
                </a:lnTo>
                <a:cubicBezTo>
                  <a:pt x="5350" y="21600"/>
                  <a:pt x="4632" y="21600"/>
                  <a:pt x="4048" y="21541"/>
                </a:cubicBezTo>
                <a:cubicBezTo>
                  <a:pt x="3441" y="21478"/>
                  <a:pt x="2883" y="21345"/>
                  <a:pt x="2359" y="21011"/>
                </a:cubicBezTo>
                <a:cubicBezTo>
                  <a:pt x="1545" y="20494"/>
                  <a:pt x="885" y="19668"/>
                  <a:pt x="471" y="18652"/>
                </a:cubicBezTo>
                <a:cubicBezTo>
                  <a:pt x="204" y="17997"/>
                  <a:pt x="97" y="17299"/>
                  <a:pt x="48" y="16540"/>
                </a:cubicBezTo>
                <a:cubicBezTo>
                  <a:pt x="0" y="15810"/>
                  <a:pt x="0" y="14912"/>
                  <a:pt x="0" y="13825"/>
                </a:cubicBezTo>
                <a:lnTo>
                  <a:pt x="0" y="7775"/>
                </a:lnTo>
                <a:cubicBezTo>
                  <a:pt x="0" y="6688"/>
                  <a:pt x="0" y="5790"/>
                  <a:pt x="48" y="5060"/>
                </a:cubicBezTo>
                <a:cubicBezTo>
                  <a:pt x="97" y="4301"/>
                  <a:pt x="204" y="3603"/>
                  <a:pt x="471" y="2948"/>
                </a:cubicBezTo>
                <a:cubicBezTo>
                  <a:pt x="885" y="1932"/>
                  <a:pt x="1545" y="1106"/>
                  <a:pt x="2359" y="589"/>
                </a:cubicBezTo>
                <a:cubicBezTo>
                  <a:pt x="2883" y="255"/>
                  <a:pt x="3441" y="122"/>
                  <a:pt x="4048" y="59"/>
                </a:cubicBezTo>
                <a:cubicBezTo>
                  <a:pt x="4632" y="0"/>
                  <a:pt x="5350" y="0"/>
                  <a:pt x="6220" y="0"/>
                </a:cubicBezTo>
                <a:close/>
                <a:moveTo>
                  <a:pt x="2160" y="9450"/>
                </a:moveTo>
                <a:lnTo>
                  <a:pt x="2160" y="13770"/>
                </a:lnTo>
                <a:cubicBezTo>
                  <a:pt x="2160" y="14927"/>
                  <a:pt x="2161" y="15713"/>
                  <a:pt x="2201" y="16320"/>
                </a:cubicBezTo>
                <a:cubicBezTo>
                  <a:pt x="2239" y="16911"/>
                  <a:pt x="2309" y="17215"/>
                  <a:pt x="2395" y="17426"/>
                </a:cubicBezTo>
                <a:cubicBezTo>
                  <a:pt x="2603" y="17933"/>
                  <a:pt x="2933" y="18347"/>
                  <a:pt x="3339" y="18606"/>
                </a:cubicBezTo>
                <a:cubicBezTo>
                  <a:pt x="3508" y="18714"/>
                  <a:pt x="3751" y="18801"/>
                  <a:pt x="4224" y="18849"/>
                </a:cubicBezTo>
                <a:cubicBezTo>
                  <a:pt x="4710" y="18899"/>
                  <a:pt x="5338" y="18900"/>
                  <a:pt x="6264" y="18900"/>
                </a:cubicBezTo>
                <a:lnTo>
                  <a:pt x="15336" y="18900"/>
                </a:lnTo>
                <a:cubicBezTo>
                  <a:pt x="16262" y="18900"/>
                  <a:pt x="16890" y="18899"/>
                  <a:pt x="17376" y="18849"/>
                </a:cubicBezTo>
                <a:cubicBezTo>
                  <a:pt x="17849" y="18801"/>
                  <a:pt x="18092" y="18714"/>
                  <a:pt x="18261" y="18606"/>
                </a:cubicBezTo>
                <a:cubicBezTo>
                  <a:pt x="18667" y="18347"/>
                  <a:pt x="18997" y="17933"/>
                  <a:pt x="19205" y="17426"/>
                </a:cubicBezTo>
                <a:cubicBezTo>
                  <a:pt x="19291" y="17215"/>
                  <a:pt x="19361" y="16911"/>
                  <a:pt x="19399" y="16320"/>
                </a:cubicBezTo>
                <a:cubicBezTo>
                  <a:pt x="19439" y="15713"/>
                  <a:pt x="19440" y="14927"/>
                  <a:pt x="19440" y="13770"/>
                </a:cubicBezTo>
                <a:lnTo>
                  <a:pt x="19440" y="9450"/>
                </a:lnTo>
                <a:lnTo>
                  <a:pt x="2160" y="9450"/>
                </a:lnTo>
                <a:close/>
                <a:moveTo>
                  <a:pt x="19438" y="6750"/>
                </a:moveTo>
                <a:cubicBezTo>
                  <a:pt x="19435" y="6148"/>
                  <a:pt x="19425" y="5677"/>
                  <a:pt x="19399" y="5280"/>
                </a:cubicBezTo>
                <a:cubicBezTo>
                  <a:pt x="19361" y="4689"/>
                  <a:pt x="19291" y="4385"/>
                  <a:pt x="19205" y="4174"/>
                </a:cubicBezTo>
                <a:cubicBezTo>
                  <a:pt x="18997" y="3667"/>
                  <a:pt x="18667" y="3254"/>
                  <a:pt x="18261" y="2994"/>
                </a:cubicBezTo>
                <a:cubicBezTo>
                  <a:pt x="18092" y="2886"/>
                  <a:pt x="17849" y="2799"/>
                  <a:pt x="17376" y="2751"/>
                </a:cubicBezTo>
                <a:cubicBezTo>
                  <a:pt x="16890" y="2701"/>
                  <a:pt x="16262" y="2700"/>
                  <a:pt x="15336" y="2700"/>
                </a:cubicBezTo>
                <a:lnTo>
                  <a:pt x="6264" y="2700"/>
                </a:lnTo>
                <a:cubicBezTo>
                  <a:pt x="5338" y="2700"/>
                  <a:pt x="4710" y="2701"/>
                  <a:pt x="4224" y="2751"/>
                </a:cubicBezTo>
                <a:cubicBezTo>
                  <a:pt x="3751" y="2799"/>
                  <a:pt x="3508" y="2886"/>
                  <a:pt x="3339" y="2994"/>
                </a:cubicBezTo>
                <a:cubicBezTo>
                  <a:pt x="2933" y="3254"/>
                  <a:pt x="2603" y="3667"/>
                  <a:pt x="2395" y="4174"/>
                </a:cubicBezTo>
                <a:cubicBezTo>
                  <a:pt x="2309" y="4385"/>
                  <a:pt x="2239" y="4689"/>
                  <a:pt x="2201" y="5280"/>
                </a:cubicBezTo>
                <a:cubicBezTo>
                  <a:pt x="2175" y="5677"/>
                  <a:pt x="2165" y="6148"/>
                  <a:pt x="2162" y="6750"/>
                </a:cubicBezTo>
                <a:lnTo>
                  <a:pt x="19438" y="6750"/>
                </a:lnTo>
                <a:close/>
                <a:moveTo>
                  <a:pt x="12960" y="14850"/>
                </a:moveTo>
                <a:cubicBezTo>
                  <a:pt x="12960" y="14105"/>
                  <a:pt x="13444" y="13500"/>
                  <a:pt x="14040" y="13500"/>
                </a:cubicBezTo>
                <a:lnTo>
                  <a:pt x="16200" y="13500"/>
                </a:lnTo>
                <a:cubicBezTo>
                  <a:pt x="16796" y="13500"/>
                  <a:pt x="17280" y="14105"/>
                  <a:pt x="17280" y="14850"/>
                </a:cubicBezTo>
                <a:cubicBezTo>
                  <a:pt x="17280" y="15595"/>
                  <a:pt x="16796" y="16200"/>
                  <a:pt x="16200" y="16200"/>
                </a:cubicBezTo>
                <a:lnTo>
                  <a:pt x="14040" y="16200"/>
                </a:lnTo>
                <a:cubicBezTo>
                  <a:pt x="13444" y="16200"/>
                  <a:pt x="12960" y="15595"/>
                  <a:pt x="12960" y="14850"/>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algn="ctr">
              <a:buClr>
                <a:srgbClr val="FFFFFF"/>
              </a:buClr>
              <a:buSzPts val="4300"/>
              <a:buNone/>
            </a:pPr>
            <a:endParaRPr sz="4300">
              <a:solidFill>
                <a:srgbClr val="FFFFFF"/>
              </a:solidFill>
              <a:latin typeface="Helvetica Neue"/>
              <a:ea typeface="Helvetica Neue"/>
              <a:cs typeface="Helvetica Neue"/>
            </a:endParaRPr>
          </a:p>
        </p:txBody>
      </p:sp>
      <p:sp>
        <p:nvSpPr>
          <p:cNvPr id="2" name="Footer Placeholder 1">
            <a:extLst xmlns:a="http://schemas.openxmlformats.org/drawingml/2006/main">
              <a:ext uri="{FF2B5EF4-FFF2-40B4-BE49-F238E27FC236}">
                <a16:creationId xmlns:a16="http://schemas.microsoft.com/office/drawing/2014/main" id="{30487E6C-E679-F541-4B4C-695C244D8098}"/>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t>AIQE ARTD</a:t>
            </a:r>
            <a:endParaRPr sz="1100"/>
          </a:p>
        </p:txBody>
      </p:sp>
      <p:pic>
        <p:nvPicPr>
          <p:cNvPr id="574" name=""/>
          <p:cNvPicPr>
            <a:picLocks xmlns:a="http://schemas.openxmlformats.org/drawingml/2006/main" noChangeAspect="1"/>
          </p:cNvPicPr>
          <p:nvPr/>
        </p:nvPicPr>
        <p:blipFill>
          <a:blip xmlns:r="http://schemas.openxmlformats.org/officeDocument/2006/relationships" xmlns:a="http://schemas.openxmlformats.org/drawingml/2006/main" r:embed="R6e75d2a395734381"/>
          <a:stretch xmlns:a="http://schemas.openxmlformats.org/drawingml/2006/main"/>
        </p:blipFill>
        <p:spPr>
          <a:xfrm xmlns:a="http://schemas.openxmlformats.org/drawingml/2006/main">
            <a:off x="4192012" y="1066800"/>
            <a:ext cx="3807976" cy="2143125"/>
          </a:xfrm>
          <a:prstGeom xmlns:a="http://schemas.openxmlformats.org/drawingml/2006/main" prst="rect">
            <a:avLst/>
          </a:prstGeom>
        </p:spPr>
      </p:pic>
    </p:spTree>
    <p:extLst>
      <p:ext uri="{BB962C8B-B14F-4D97-AF65-F5344CB8AC3E}">
        <p14:creationId xmlns:p14="http://schemas.microsoft.com/office/powerpoint/2010/main" val="628283001"/>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A6A4A8C5-2601-85AD-3D1E-8079D58F0351}"/>
              </a:ext>
            </a:extLst>
          </p:cNvPr>
          <p:cNvSpPr>
            <a:spLocks xmlns:a="http://schemas.openxmlformats.org/drawingml/2006/main" noGrp="1"/>
          </p:cNvSpPr>
          <p:nvPr>
            <p:ph type="ctrTitle" idx="0"/>
          </p:nvPr>
        </p:nvSpPr>
        <p:spPr>
          <a:xfrm xmlns:a="http://schemas.openxmlformats.org/drawingml/2006/main">
            <a:off x="626339" y="449662"/>
            <a:ext cx="6730425" cy="2401447"/>
          </a:xfrm>
        </p:spPr>
        <p:txBody>
          <a:bodyPr xmlns:a="http://schemas.openxmlformats.org/drawingml/2006/main" anchor="b">
            <a:noAutofit/>
          </a:bodyPr>
          <a:lstStyle xmlns:a="http://schemas.openxmlformats.org/drawingml/2006/main"/>
          <a:p xmlns:a="http://schemas.openxmlformats.org/drawingml/2006/main">
            <a:r>
              <a:rPr sz="7200">
                <a:solidFill>
                  <a:schemeClr val="accent6">
                    <a:lumMod val="75000"/>
                  </a:schemeClr>
                </a:solidFill>
              </a:rPr>
              <a:t>Bài tổng kết</a:t>
            </a:r>
          </a:p>
        </p:txBody>
      </p:sp>
      <p:sp>
        <p:nvSpPr>
          <p:cNvPr id="5" name="Subtitle 4">
            <a:extLst xmlns:a="http://schemas.openxmlformats.org/drawingml/2006/main">
              <a:ext uri="{FF2B5EF4-FFF2-40B4-BE49-F238E27FC236}">
                <a16:creationId xmlns:a16="http://schemas.microsoft.com/office/drawing/2014/main" id="{0268A511-4B27-6E46-7765-2247D8E6C204}"/>
              </a:ext>
            </a:extLst>
          </p:cNvPr>
          <p:cNvSpPr>
            <a:spLocks xmlns:a="http://schemas.openxmlformats.org/drawingml/2006/main" noGrp="1"/>
          </p:cNvSpPr>
          <p:nvPr>
            <p:ph type="subTitle" idx="1"/>
          </p:nvPr>
        </p:nvSpPr>
        <p:spPr>
          <a:xfrm xmlns:a="http://schemas.openxmlformats.org/drawingml/2006/main">
            <a:off x="642669" y="3564938"/>
            <a:ext cx="3758374" cy="614676"/>
          </a:xfrm>
        </p:spPr>
        <p:txBody>
          <a:bodyPr xmlns:a="http://schemas.openxmlformats.org/drawingml/2006/main">
            <a:noAutofit/>
          </a:bodyPr>
          <a:lstStyle xmlns:a="http://schemas.openxmlformats.org/drawingml/2006/main"/>
          <a:p xmlns:a="http://schemas.openxmlformats.org/drawingml/2006/main">
            <a:r>
              <a:rPr sz="1800"/>
              <a:t>Một bộ thiết kế kiểm thử nhất quán, có bằng chứng hỗ trợ</a:t>
            </a:r>
          </a:p>
          <a:p xmlns:a="http://schemas.openxmlformats.org/drawingml/2006/main">
            <a:r>
              <a:rPr sz="1800"/>
              <a:t>Mức đạt khuyến nghị: 70%</a:t>
            </a:r>
          </a:p>
        </p:txBody>
      </p:sp>
      <p:sp>
        <p:nvSpPr>
          <p:cNvPr id="2" name="TextBox 1">
            <a:extLst xmlns:a="http://schemas.openxmlformats.org/drawingml/2006/main">
              <a:ext uri="{FF2B5EF4-FFF2-40B4-BE49-F238E27FC236}">
                <a16:creationId xmlns:a16="http://schemas.microsoft.com/office/drawing/2014/main" id="{4A7725E9-20F2-2EAF-9816-0D2FEFF0929F}"/>
              </a:ext>
            </a:extLst>
          </p:cNvPr>
          <p:cNvSpPr>
            <a:spLocks xmlns:a="http://schemas.openxmlformats.org/drawingml/2006/main" noGrp="1"/>
          </p:cNvSpPr>
          <p:nvPr/>
        </p:nvSpPr>
        <p:spPr>
          <a:xfrm xmlns:a="http://schemas.openxmlformats.org/drawingml/2006/main">
            <a:off x="6842234" y="-5234152"/>
            <a:ext cx="184731"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endParaRPr/>
          </a:p>
        </p:txBody>
      </p:sp>
      <p:sp>
        <p:nvSpPr>
          <p:cNvPr id="6" name="TextBox 5">
            <a:extLst xmlns:a="http://schemas.openxmlformats.org/drawingml/2006/main">
              <a:ext uri="{FF2B5EF4-FFF2-40B4-BE49-F238E27FC236}">
                <a16:creationId xmlns:a16="http://schemas.microsoft.com/office/drawing/2014/main" id="{44B2C8E6-2382-F1A6-A0C1-A7364007A57C}"/>
              </a:ext>
            </a:extLst>
          </p:cNvPr>
          <p:cNvSpPr>
            <a:spLocks xmlns:a="http://schemas.openxmlformats.org/drawingml/2006/main" noGrp="1"/>
          </p:cNvSpPr>
          <p:nvPr/>
        </p:nvSpPr>
        <p:spPr>
          <a:xfrm xmlns:a="http://schemas.openxmlformats.org/drawingml/2006/main">
            <a:off x="-2554014" y="-3090041"/>
            <a:ext cx="184731"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endParaRPr/>
          </a:p>
        </p:txBody>
      </p:sp>
      <p:pic>
        <p:nvPicPr>
          <p:cNvPr id="12" name="Picture 7"/>
          <p:cNvPicPr>
            <a:picLocks xmlns:a="http://schemas.openxmlformats.org/drawingml/2006/main" noChangeAspect="1"/>
          </p:cNvPicPr>
          <p:nvPr/>
        </p:nvPicPr>
        <p:blipFill>
          <a:blip xmlns:r="http://schemas.openxmlformats.org/officeDocument/2006/relationships" xmlns:a="http://schemas.openxmlformats.org/drawingml/2006/main" r:embed="R1a3ccca57a1d47da"/>
          <a:srcRect xmlns:a="http://schemas.openxmlformats.org/drawingml/2006/main" l="0" t="25645" r="0" b="61469"/>
          <a:stretch xmlns:a="http://schemas.openxmlformats.org/drawingml/2006/main">
            <a:fillRect l="0" t="0" r="0" b="0"/>
          </a:stretch>
        </p:blipFill>
        <p:spPr>
          <a:xfrm xmlns:a="http://schemas.openxmlformats.org/drawingml/2006/main">
            <a:off x="0" y="4763386"/>
            <a:ext cx="12192000" cy="2094614"/>
          </a:xfrm>
          <a:prstGeom xmlns:a="http://schemas.openxmlformats.org/drawingml/2006/main" prst="rect">
            <a:avLst/>
          </a:prstGeom>
        </p:spPr>
      </p:pic>
    </p:spTree>
    <p:extLst>
      <p:ext uri="{BB962C8B-B14F-4D97-AF65-F5344CB8AC3E}">
        <p14:creationId xmlns:p14="http://schemas.microsoft.com/office/powerpoint/2010/main" val="2346949709"/>
      </p:ext>
    </p:extLst>
  </p:cSld>
</p:sld>
</file>

<file path=ppt/theme/theme1.xml><?xml version="1.0" encoding="utf-8"?>
<a:theme xmlns:a="http://schemas.openxmlformats.org/drawingml/2006/main" name="Default Codex Theme">
  <a:themeElements>
    <a:clrScheme name="Color Block Theme">
      <a:dk1>
        <a:srgbClr val="000000"/>
      </a:dk1>
      <a:lt1>
        <a:srgbClr val="FFFFFF"/>
      </a:lt1>
      <a:dk2>
        <a:srgbClr val="393939"/>
      </a:dk2>
      <a:lt2>
        <a:srgbClr val="F5F5F5"/>
      </a:lt2>
      <a:accent1>
        <a:srgbClr val="2ED978"/>
      </a:accent1>
      <a:accent2>
        <a:srgbClr val="9FB6FE"/>
      </a:accent2>
      <a:accent3>
        <a:srgbClr val="F3F161"/>
      </a:accent3>
      <a:accent4>
        <a:srgbClr val="FF5F27"/>
      </a:accent4>
      <a:accent5>
        <a:srgbClr val="5EC4FF"/>
      </a:accent5>
      <a:accent6>
        <a:srgbClr val="3C7DA3"/>
      </a:accent6>
      <a:hlink>
        <a:srgbClr val="FFA83A"/>
      </a:hlink>
      <a:folHlink>
        <a:srgbClr val="96607D"/>
      </a:folHlink>
    </a:clrScheme>
    <a:fontScheme name="Inter">
      <a:majorFont>
        <a:latin typeface="Inter"/>
        <a:ea typeface=""/>
        <a:cs typeface=""/>
      </a:majorFont>
      <a:minorFont>
        <a:latin typeface="Inter"/>
        <a:ea typeface=""/>
        <a:cs typeface=""/>
      </a:minorFont>
    </a:fontScheme>
    <a:fmtScheme name="Color Block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2026-09-08T02:27:40.0200000Z</dcterms:created>
  <dcterms:modified xsi:type="dcterms:W3CDTF">2026-09-08T02:27:40.0200000Z</dcterms:modified>
</coreProperties>
</file>